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274" y="-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2977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modernweatherdashboard-projectwebprogramming-sut-production.up.railway.app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modern-weather-dashboard-project-we.vercel.app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OmarAhmedRamadan07/ModernWeatherDashboard-ProjectWebProgramming-SUTe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-457200"/>
            <a:ext cx="2286000" cy="2286000"/>
          </a:xfrm>
          <a:prstGeom prst="ellipse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731520" y="3840480"/>
            <a:ext cx="2743200" cy="2743200"/>
          </a:xfrm>
          <a:prstGeom prst="ellipse">
            <a:avLst/>
          </a:prstGeom>
          <a:solidFill>
            <a:srgbClr val="38BDF8">
              <a:alpha val="12000"/>
            </a:srgbClr>
          </a:solidFill>
          <a:ln w="12700">
            <a:solidFill>
              <a:srgbClr val="38BDF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000000"/>
                </a:solidFill>
              </a:rPr>
              <a:t>🌤️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Weather Dashboard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Web Application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32004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Developer: 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94560" y="32461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Ahmed Ramadan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Ramadan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6393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University: 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363931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Sewedy University of Technology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03250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94560" y="403250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AI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42569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94560" y="442569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Programming — 2026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0" y="2971800"/>
            <a:ext cx="2834640" cy="18745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80760" y="2697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80760" y="30906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Vercel — Frontend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080760" y="341985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Railway — Backend API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80760" y="3749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🍃 MongoDB Atlas — Database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080760" y="40782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Cloudinary — Media CDN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080760" y="44074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GitHub — Source Code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Weather Dashboard is a full-stack web app that shows live weather data, forecasts, and location-based information for any city — with a backend server that tracks visits, search history, and saved favorite cities.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651760" cy="2331720"/>
          </a:xfrm>
          <a:prstGeom prst="roundRect">
            <a:avLst>
              <a:gd name="adj" fmla="val 392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🎨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on Vercel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55848" y="1783080"/>
            <a:ext cx="2651760" cy="2331720"/>
          </a:xfrm>
          <a:prstGeom prst="roundRect">
            <a:avLst>
              <a:gd name="adj" fmla="val 392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55848" y="18745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⚙️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355848" y="2468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55848" y="28346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on Railway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54496" y="1783080"/>
            <a:ext cx="2651760" cy="2331720"/>
          </a:xfrm>
          <a:prstGeom prst="roundRect">
            <a:avLst>
              <a:gd name="adj" fmla="val 392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54496" y="18745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🗄️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254496" y="2468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54496" y="28346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NoSQL Database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199021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-60158" y="446612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-60158" y="48097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Forecast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60082" y="4419921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615841" y="485017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Videos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88847" y="4421605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888847" y="48097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Sounds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26445" y="442497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326445" y="48097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Goal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77640" cy="3566160"/>
          </a:xfrm>
          <a:prstGeom prst="roundRect">
            <a:avLst>
              <a:gd name="adj" fmla="val 2564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The Problem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Most weather apps show only numbers and plain icons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219456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Little sense of the actual mood of the weather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274320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memory of cities the user cares about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32918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way to track usage or popular searches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3977640" cy="3566160"/>
          </a:xfrm>
          <a:prstGeom prst="roundRect">
            <a:avLst>
              <a:gd name="adj" fmla="val 2564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1887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The Goal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64592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Build an immersive dashboard with weather-matched video &amp; sound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0" y="219456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Let users save favorite cities across visits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46320" y="274320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Add a real backend + database, not just a static page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0" y="32918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Deploy a fully working full-stack app for free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— Weather &amp; Data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Auto Location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user's GPS location on page load automatically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09160" y="105156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Smart City Search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46320" y="15087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nearest match if exact city name isn't found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58568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3500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Voice Search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" y="27157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cities using microphone via Web Speech API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2258568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23500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Interactive Map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46320" y="27157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anywhere on Leaflet map to get local weather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465576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355701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13-Day Forecast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94360" y="392277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Cards, table, and Chart.js line graph, 3 past + 10 upcoming days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3465576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0" y="355701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Live Local Clock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46320" y="392277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clock for any searched city with timezone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— Media, UI &amp; Backend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  Dynamic Backgrounds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weather video states + day/night awareness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09160" y="105156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Ambient Sounds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46320" y="15087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weather-matched sounds, lazy-loaded for speed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58568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3500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Saved Cities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" y="27157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 up to 10 cities per user via backend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2258568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23500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🌗  Dark / Light Mode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46320" y="27157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with localStorage persistence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465576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355701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Responsive Design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94360" y="392277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optimized for mobile, tablet, desktop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3465576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0" y="355701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Visit Analytics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46320" y="392277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tracks daily visits and search frequency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06040" cy="3840480"/>
          </a:xfrm>
          <a:prstGeom prst="roundRect">
            <a:avLst>
              <a:gd name="adj" fmla="val 350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11556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Frontend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HTML5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8928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CSS3 (Glassmorphism)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27685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JavaScript ES6+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66090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Leaflet.js v1.9.4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304495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Chart.js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4290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SweetAlert2 v11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8130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 Speech API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419709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Geolocation API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73552" y="1005840"/>
            <a:ext cx="2606040" cy="3840480"/>
          </a:xfrm>
          <a:prstGeom prst="roundRect">
            <a:avLst>
              <a:gd name="adj" fmla="val 350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10712" y="111556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Backend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10712" y="15087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Node.js v24.15.0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10712" y="18928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Express.js v4.18.2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10712" y="227685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Mongoose v8.3.4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10712" y="266090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express-rate-limit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10712" y="304495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10712" y="34290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dotenv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10712" y="38130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MongoDB Atlas (M0)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10712" y="419709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 DNS resolver fix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0760" y="1005840"/>
            <a:ext cx="2606040" cy="3840480"/>
          </a:xfrm>
          <a:prstGeom prst="roundRect">
            <a:avLst>
              <a:gd name="adj" fmla="val 350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17920" y="111556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Services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17920" y="15087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Open-Meteo API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0" y="18928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Nominatim (OSM)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227685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Cloudinary CDN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266090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MongoDB Atlas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304495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Railway (Backend)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0" y="34290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Vercel (Frontend)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17920" y="38130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GitHub (Version Control)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419709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VS Code / HP ZBook G5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Tools?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35204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was chosen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Open-Meteo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weather API with no key required and an is_day field for accurate day/night detection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Nominatim (OpenStreetMap)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geocoding and reverse geocoding — no billing account needed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Cloudinary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CDN to host large video/audio files instead of committing them to Git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Atlas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cloud NoSQL database, easy to query from Node.js with Mongoose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Vercel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Instant, free static hosting with automatic deployment on every GitHub push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Railway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tier Node.js hosting with environment variables and auto-deploy from GitHub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2011680"/>
            <a:ext cx="164592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20116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20240" y="2560320"/>
            <a:ext cx="82296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920240" y="22860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HTTPS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0" y="137160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0" y="1371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Vercel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17520" y="2606040"/>
            <a:ext cx="0" cy="73152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86000" y="333756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86000" y="333756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External APIs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(Weather)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Nominatim (Geocoding)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 (Media CDN)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1965960"/>
            <a:ext cx="91440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0" y="1691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REST API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486400" y="137160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0" y="1371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Railway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0" y="2560320"/>
            <a:ext cx="0" cy="77724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0" y="333756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0" y="33375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🍃 MongoDB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DB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How It Works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65760" cy="36576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051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loads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23360" y="1051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requests location permission via Geolocation API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365760" cy="36576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828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weather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23360" y="18288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 calls Open-Meteo with lat/lon to get current + forecast data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365760" cy="36576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UI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23360" y="26060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info, conditions grid, map, forecast cards &amp; chart are built dynamically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365760" cy="36576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media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23360" y="33832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video and ambient sound are selected based on weather + day/night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206240"/>
            <a:ext cx="365760" cy="36576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4160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interacts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023360" y="4160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voice search, map clicks, and the ★ button all trigger new fetches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Base URL: </a:t>
            </a: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https://modernweatherdashboard-projectwebprogramming-sut-production.up.railway.app</a:t>
            </a:r>
            <a:endParaRPr lang="en-US" sz="900" i="1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8229600" cy="3072384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/api/visit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a page visit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/api/stats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visits: today, total, last 7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/api/searches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a city search with timestamp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/api/searches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cities sorted by search frequency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/api/favorites/:sessionId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saved cities for a user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/api/favorites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a city (max 10 per user)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/api/favorites/:sessionId/:city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a city from favorites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426418"/>
            <a:ext cx="8229600" cy="656924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94360" y="4469732"/>
            <a:ext cx="7955280" cy="211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GET /api/stats response: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40217" y="4644791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"today": 9, "total": 37, "last7Days": [ { "date": "2026-06-29", "count": 9 } ] }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— MongoDB Atlas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743200" cy="356616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visitors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date: String (unique)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count: Number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2697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Special __total__ doc for O(1) totals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55848" y="1051560"/>
            <a:ext cx="2743200" cy="356616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93008" y="1188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searches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93008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city: String (unique, lowercase)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93008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count: Number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93008" y="2697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lastSearch: Date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54496" y="1051560"/>
            <a:ext cx="2743200" cy="356616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91656" y="1188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favoritecities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91656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sessionId: String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91656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city, country, lat, lon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391656" y="2697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Compound unique index on {sessionId, city}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4690872"/>
            <a:ext cx="8229600" cy="38862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94360" y="47320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collections auto-created by Mongoose on first write — no manual schema setup required.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— Videos &amp; Sounds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media hosted on Cloudinary CDN — Cloud Name: dp91c7ouo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 Background Videos (9 States)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642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 clear-day — Sunny sky, daytime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02082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 clear-night — Starry sky, night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🌤️  clouds-light — Few/scattered clouds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73405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clouds-heavy — Overcast clouds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0906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🌧️  rain-light — Drizzle &amp; light rain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4472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🌧️  rain-heavy — Heavy rain &amp; showers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80390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⛈️  storm — Thunderstorm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160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❄️  snow — Snowfall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51713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🌫️  fog (fallback) — Mis haze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12984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Ambient Sounds (14 Files)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3440" y="166420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storm-heavy, storm-light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20482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thunder-only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3440" y="243230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rain-heavy, rain-medium, rain-light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281635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snow, wind-strong, wind-light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32004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clear-day, clear-night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35844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click (UI interaction)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63440" y="396849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success (city loaded)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63440" y="435254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error (city not found)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663440"/>
            <a:ext cx="8229600" cy="438912"/>
          </a:xfrm>
          <a:prstGeom prst="roundRect">
            <a:avLst>
              <a:gd name="adj" fmla="val 208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" y="470916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Lazy Loading: sounds only load when first needed, improving page load speed.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566160"/>
          </a:xfrm>
          <a:prstGeom prst="roundRect">
            <a:avLst>
              <a:gd name="adj" fmla="val 2564"/>
            </a:avLst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Powered by Leaflet.js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CARTO Voyager tile layer for a clean, modern map style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76272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Click anywhere on the map to fetch weather for that exact location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615184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Reverse geocoding via Nominatim resolves coordinates into a city name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0540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Smooth flyTo animation when switching between cities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493008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Scroll-to-zoom is disabled by default and enables only when the map is focused, so scrolling the page doesn't accidentally zoom the map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931920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marker with a popup shows the selected city and current temperature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&amp; Design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Glassmorphism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Frosted-glass cards with backdrop blur over the video background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09160" y="105156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🌗  Dark / Light Mode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46320" y="15087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saved in localStorage, applied across the whole page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58568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3500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🌓  Day/Night Overlay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" y="27157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overlay darkens or lightens the video based on time of day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2258568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23500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🎈  Floating Icons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46320" y="27157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icons animate with a gentle floating motion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465576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355701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Fully Responsive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94360" y="392277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layouts for mobile, tablet, and desktop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3465576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0" y="355701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SweetAlert2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46320" y="392277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 alerts, toasts, and loading indicators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 &amp; Deployment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4053439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File Structure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index.html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README.md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20116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css/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2286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└─ style.css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560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js/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28346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└─ app.js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images/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3383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└─ weather icons (PNG)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57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backend/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39319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├─ server.js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4206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├─ package.json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" y="44805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├─ .env (not in Git)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4360" y="47548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└─ .gitignore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3931920" cy="4053439"/>
          </a:xfrm>
          <a:prstGeom prst="roundRect">
            <a:avLst>
              <a:gd name="adj" fmla="val 23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9204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Deployment Flow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92040" y="1554480"/>
            <a:ext cx="292608" cy="29260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9204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57800" y="15087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57800" y="17647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all code to the repository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92040" y="2267712"/>
            <a:ext cx="292608" cy="29260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92040" y="22677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57800" y="22219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57800" y="24780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Auto-deploys frontend on every push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92040" y="2980944"/>
            <a:ext cx="292608" cy="29260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92040" y="2980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57800" y="29352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57800" y="31912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Auto-deploys backend (root: /backend)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92040" y="3694176"/>
            <a:ext cx="292608" cy="29260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92040" y="3694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57800" y="36484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57800" y="39044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DB — no deployment needed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92040" y="4407408"/>
            <a:ext cx="292608" cy="29260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92040" y="4407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257800" y="43616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57800" y="46177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for all videos &amp; audio files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28600" cy="640080"/>
          </a:xfrm>
          <a:prstGeom prst="roundRect">
            <a:avLst>
              <a:gd name="adj" fmla="val 24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" y="1042416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MongoDB DNS failure on Node.js v24 (ECONNREFUSED on SRV lookup)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4672" y="1316736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Forced IPv4 DNS resolution and used a direct replica-set connection string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228600" cy="640080"/>
          </a:xfrm>
          <a:prstGeom prst="roundRect">
            <a:avLst>
              <a:gd name="adj" fmla="val 24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04672" y="1728216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Large video/audio files (600MB+) too big for GitHub &amp; Vercel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04672" y="2002536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Uploaded all media to Cloudinary CDN and referenced it via URLs in app.js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228600" cy="640080"/>
          </a:xfrm>
          <a:prstGeom prst="roundRect">
            <a:avLst>
              <a:gd name="adj" fmla="val 24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04672" y="2414016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★ Favorite button not responding due to inline onclick quote conflicts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04672" y="2688336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Replaced inline onclick with an event handler attached after the DOM updates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228600" cy="640080"/>
          </a:xfrm>
          <a:prstGeom prst="roundRect">
            <a:avLst>
              <a:gd name="adj" fmla="val 24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04672" y="3099816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/api/stats slow due to a MongoDB aggregate query on every request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04672" y="3374136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Added a pre-computed running total document for instant O(1) lookups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228600" cy="640080"/>
          </a:xfrm>
          <a:prstGeom prst="roundRect">
            <a:avLst>
              <a:gd name="adj" fmla="val 24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04672" y="3785616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Audio files delaying page load (14 files fetched at once)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04672" y="4059936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Implemented lazy loading — sounds load only when first played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44348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" y="4434840"/>
            <a:ext cx="228600" cy="640080"/>
          </a:xfrm>
          <a:prstGeom prst="roundRect">
            <a:avLst>
              <a:gd name="adj" fmla="val 24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04672" y="4471416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Exact city name not always found in search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04672" y="4745736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Added a two-pass search that falls back to the closest match with a notice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Applied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64008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Full-Stack Development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09160" y="1051560"/>
            <a:ext cx="4023360" cy="64008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46320" y="10515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REST API Design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4023360" cy="64008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Cloud Deployment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828800"/>
            <a:ext cx="4023360" cy="64008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8288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MongoDB &amp; Mongoose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4023360" cy="64008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6060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CDN Integration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2606040"/>
            <a:ext cx="4023360" cy="64008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26060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Responsive Design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4023360" cy="64008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33832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Browser APIs (Geo, Speech, Audio)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3383280"/>
            <a:ext cx="4023360" cy="64008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33832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Git &amp; GitHub Workflow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160520"/>
            <a:ext cx="4023360" cy="64008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41605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Debugging Production Issues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4160520"/>
            <a:ext cx="4023360" cy="64008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46320" y="41605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Third-Party API Integration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User Accounts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login instead of anonymous session IDs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09160" y="105156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Multi-language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46320" y="15087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Arabic/English toggle for the whole interface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58568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3500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Admin Dashboard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" y="27157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charts for visits and top searched cities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2258568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23500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Weather Alerts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46320" y="27157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for severe weather warnings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465576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355701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📴  Offline Support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94360" y="392277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caching for full offline access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3465576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0" y="355701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More Weather States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46320" y="392277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videos for fog, hail, and extreme heat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457200" y="3657600"/>
            <a:ext cx="2286000" cy="2286000"/>
          </a:xfrm>
          <a:prstGeom prst="ellipse">
            <a:avLst/>
          </a:prstGeom>
          <a:solidFill>
            <a:srgbClr val="38BDF8">
              <a:alpha val="12000"/>
            </a:srgbClr>
          </a:solidFill>
          <a:ln w="12700">
            <a:solidFill>
              <a:srgbClr val="38BDF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🎯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28016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05156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shows a complete full-stack application — a responsive, dynamic frontend with real-time weather data and immersive media, connected to a REST API backend with a cloud database. It applies core web programming concepts: API integration, responsive design, cloud deployment, and database management.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Live Links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199" y="2450592"/>
            <a:ext cx="2860095" cy="594360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248716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Live Demo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74320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hlinkClick r:id="rId3"/>
              </a:rPr>
              <a:t>https://modern-weather-dashboard-project-we.vercel.app/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575303" y="2450592"/>
            <a:ext cx="4252701" cy="594360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692198" y="2487168"/>
            <a:ext cx="22971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GitHub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92198" y="2743200"/>
            <a:ext cx="4290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https://github.com/OmarAhmedRamadan07/ModernWeatherDashboard-ProjectWebProgramming-SUTec</a:t>
            </a:r>
            <a:endParaRPr lang="en-US" sz="800" dirty="0">
              <a:solidFill>
                <a:srgbClr val="0EA5E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364224" y="248716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64224" y="274320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Ahmed Ramadan  •  Data Science &amp; AI  •  El Sewedy University of Technology (SUTech)  •  Web Programming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1773</Words>
  <Application>Microsoft Office PowerPoint</Application>
  <PresentationFormat>On-screen Show (16:9)</PresentationFormat>
  <Paragraphs>336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 Weather Dashboard</dc:title>
  <dc:subject>PptxGenJS Presentation</dc:subject>
  <dc:creator>Omar Ahmed Ramadan</dc:creator>
  <cp:lastModifiedBy>Omar Ahmed</cp:lastModifiedBy>
  <cp:revision>2</cp:revision>
  <dcterms:created xsi:type="dcterms:W3CDTF">2026-07-03T23:09:13Z</dcterms:created>
  <dcterms:modified xsi:type="dcterms:W3CDTF">2026-07-03T23:34:08Z</dcterms:modified>
</cp:coreProperties>
</file>