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62" r:id="rId6"/>
    <p:sldId id="257" r:id="rId7"/>
    <p:sldId id="263" r:id="rId8"/>
    <p:sldId id="264" r:id="rId9"/>
    <p:sldId id="265" r:id="rId10"/>
    <p:sldId id="259" r:id="rId11"/>
    <p:sldId id="261" r:id="rId12"/>
    <p:sldId id="2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p:cViewPr varScale="1">
        <p:scale>
          <a:sx n="91" d="100"/>
          <a:sy n="91" d="100"/>
        </p:scale>
        <p:origin x="322" y="6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002" y="105879"/>
            <a:ext cx="6933398" cy="3832346"/>
          </a:xfrm>
        </p:spPr>
        <p:txBody>
          <a:bodyPr vert="horz" lIns="91440" tIns="45720" rIns="91440" bIns="45720" rtlCol="0" anchor="t">
            <a:normAutofit/>
          </a:bodyPr>
          <a:lstStyle>
            <a:lvl1pPr>
              <a:lnSpc>
                <a:spcPct val="90000"/>
              </a:lnSpc>
              <a:defRPr lang="en-US" sz="6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37892"/>
            <a:ext cx="4184904" cy="91801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3" name="Freeform: Shape 12">
            <a:extLst>
              <a:ext uri="{FF2B5EF4-FFF2-40B4-BE49-F238E27FC236}">
                <a16:creationId xmlns:a16="http://schemas.microsoft.com/office/drawing/2014/main" id="{B7D523F3-FDC7-CB09-72C3-675307026069}"/>
              </a:ext>
              <a:ext uri="{C183D7F6-B498-43B3-948B-1728B52AA6E4}">
                <adec:decorative xmlns:adec="http://schemas.microsoft.com/office/drawing/2017/decorative" val="1"/>
              </a:ext>
            </a:extLst>
          </p:cNvPr>
          <p:cNvSpPr/>
          <p:nvPr/>
        </p:nvSpPr>
        <p:spPr>
          <a:xfrm>
            <a:off x="7693152" y="0"/>
            <a:ext cx="4498848" cy="6089904"/>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Picture Placeholder 10">
            <a:extLst>
              <a:ext uri="{FF2B5EF4-FFF2-40B4-BE49-F238E27FC236}">
                <a16:creationId xmlns:a16="http://schemas.microsoft.com/office/drawing/2014/main" id="{47046596-FFEC-0663-2F9B-19F442C8D1F7}"/>
              </a:ext>
            </a:extLst>
          </p:cNvPr>
          <p:cNvSpPr>
            <a:spLocks noGrp="1"/>
          </p:cNvSpPr>
          <p:nvPr>
            <p:ph type="pic" sz="quarter" idx="13" hasCustomPrompt="1"/>
          </p:nvPr>
        </p:nvSpPr>
        <p:spPr>
          <a:xfrm>
            <a:off x="7681816" y="0"/>
            <a:ext cx="4510185" cy="6096000"/>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5/13/2026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9971339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10706100" cy="68391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74654" y="1506872"/>
            <a:ext cx="10693446" cy="4665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945396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23860" y="1376413"/>
            <a:ext cx="3834793" cy="2697480"/>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23860" y="4073893"/>
            <a:ext cx="3599210" cy="1162250"/>
          </a:xfrm>
        </p:spPr>
        <p:txBody>
          <a:bodyPr vert="horz" lIns="91440" tIns="45720" rIns="91440" bIns="45720" rtlCol="0" anchor="ctr">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8" name="Picture Placeholder 10">
            <a:extLst>
              <a:ext uri="{FF2B5EF4-FFF2-40B4-BE49-F238E27FC236}">
                <a16:creationId xmlns:a16="http://schemas.microsoft.com/office/drawing/2014/main" id="{51CC2D7F-4DE5-3D21-470F-8B959A5C44D8}"/>
              </a:ext>
            </a:extLst>
          </p:cNvPr>
          <p:cNvSpPr>
            <a:spLocks noGrp="1"/>
          </p:cNvSpPr>
          <p:nvPr>
            <p:ph type="pic" sz="quarter" idx="13" hasCustomPrompt="1"/>
          </p:nvPr>
        </p:nvSpPr>
        <p:spPr>
          <a:xfrm>
            <a:off x="0" y="0"/>
            <a:ext cx="7274402" cy="6096000"/>
          </a:xfrm>
          <a:custGeom>
            <a:avLst/>
            <a:gdLst>
              <a:gd name="connsiteX0" fmla="*/ 0 w 7274402"/>
              <a:gd name="connsiteY0" fmla="*/ 0 h 6096000"/>
              <a:gd name="connsiteX1" fmla="*/ 7274402 w 7274402"/>
              <a:gd name="connsiteY1" fmla="*/ 0 h 6096000"/>
              <a:gd name="connsiteX2" fmla="*/ 7274402 w 7274402"/>
              <a:gd name="connsiteY2" fmla="*/ 5598011 h 6096000"/>
              <a:gd name="connsiteX3" fmla="*/ 6779450 w 7274402"/>
              <a:gd name="connsiteY3" fmla="*/ 6096000 h 6096000"/>
              <a:gd name="connsiteX4" fmla="*/ 0 w 7274402"/>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4402" h="6096000">
                <a:moveTo>
                  <a:pt x="0" y="0"/>
                </a:moveTo>
                <a:lnTo>
                  <a:pt x="7274402" y="0"/>
                </a:lnTo>
                <a:lnTo>
                  <a:pt x="7274402" y="5598011"/>
                </a:lnTo>
                <a:cubicBezTo>
                  <a:pt x="7274402" y="5873043"/>
                  <a:pt x="7052804" y="6096000"/>
                  <a:pt x="6779450" y="6096000"/>
                </a:cubicBezTo>
                <a:lnTo>
                  <a:pt x="0" y="60960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5/13/2026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9865566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093" y="190500"/>
            <a:ext cx="3923894" cy="2673696"/>
          </a:xfrm>
        </p:spPr>
        <p:txBody>
          <a:bodyPr vert="horz" lIns="91440" tIns="45720" rIns="91440" bIns="45720" rtlCol="0" anchor="t">
            <a:normAutofit/>
          </a:bodyPr>
          <a:lstStyle>
            <a:lvl1pPr>
              <a:lnSpc>
                <a:spcPct val="95000"/>
              </a:lnSpc>
              <a:defRPr lang="en-US" sz="3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73751"/>
            <a:ext cx="3277380" cy="122894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8" name="Picture Placeholder 7">
            <a:extLst>
              <a:ext uri="{FF2B5EF4-FFF2-40B4-BE49-F238E27FC236}">
                <a16:creationId xmlns:a16="http://schemas.microsoft.com/office/drawing/2014/main" id="{1E33A8AF-9A38-4027-A746-F135FF75F2EF}"/>
              </a:ext>
            </a:extLst>
          </p:cNvPr>
          <p:cNvSpPr>
            <a:spLocks noGrp="1"/>
          </p:cNvSpPr>
          <p:nvPr>
            <p:ph type="pic" sz="quarter" idx="13" hasCustomPrompt="1"/>
          </p:nvPr>
        </p:nvSpPr>
        <p:spPr>
          <a:xfrm>
            <a:off x="4743585" y="0"/>
            <a:ext cx="7448415" cy="6093762"/>
          </a:xfrm>
          <a:custGeom>
            <a:avLst/>
            <a:gdLst>
              <a:gd name="connsiteX0" fmla="*/ 0 w 7448415"/>
              <a:gd name="connsiteY0" fmla="*/ 0 h 6093762"/>
              <a:gd name="connsiteX1" fmla="*/ 7448415 w 7448415"/>
              <a:gd name="connsiteY1" fmla="*/ 0 h 6093762"/>
              <a:gd name="connsiteX2" fmla="*/ 7448415 w 7448415"/>
              <a:gd name="connsiteY2" fmla="*/ 6093762 h 6093762"/>
              <a:gd name="connsiteX3" fmla="*/ 501521 w 7448415"/>
              <a:gd name="connsiteY3" fmla="*/ 6093762 h 6093762"/>
              <a:gd name="connsiteX4" fmla="*/ 0 w 7448415"/>
              <a:gd name="connsiteY4" fmla="*/ 5592240 h 6093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48415" h="6093762">
                <a:moveTo>
                  <a:pt x="0" y="0"/>
                </a:moveTo>
                <a:lnTo>
                  <a:pt x="7448415" y="0"/>
                </a:lnTo>
                <a:lnTo>
                  <a:pt x="7448415" y="6093762"/>
                </a:lnTo>
                <a:lnTo>
                  <a:pt x="501521" y="6093762"/>
                </a:lnTo>
                <a:cubicBezTo>
                  <a:pt x="224538" y="6093762"/>
                  <a:pt x="0" y="5869223"/>
                  <a:pt x="0" y="5592240"/>
                </a:cubicBez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2000" y="6329172"/>
            <a:ext cx="2816835" cy="338328"/>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5/13/2026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5136934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02936"/>
            <a:ext cx="10858500" cy="850392"/>
          </a:xfrm>
        </p:spPr>
        <p:txBody>
          <a:bodyPr vert="horz" lIns="91440" tIns="45720" rIns="91440" bIns="45720" rtlCol="0" anchor="b">
            <a:normAutofit/>
          </a:bodyPr>
          <a:lstStyle>
            <a:lvl1pPr>
              <a:lnSpc>
                <a:spcPct val="90000"/>
              </a:lnSpc>
              <a:defRPr lang="en-US" sz="3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80176"/>
            <a:ext cx="10858500" cy="419100"/>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9" name="Picture Placeholder 7">
            <a:extLst>
              <a:ext uri="{FF2B5EF4-FFF2-40B4-BE49-F238E27FC236}">
                <a16:creationId xmlns:a16="http://schemas.microsoft.com/office/drawing/2014/main" id="{5E742D34-DBD4-0DEA-071F-32C82E7EB45A}"/>
              </a:ext>
            </a:extLst>
          </p:cNvPr>
          <p:cNvSpPr>
            <a:spLocks noGrp="1"/>
          </p:cNvSpPr>
          <p:nvPr>
            <p:ph type="pic" sz="quarter" idx="13" hasCustomPrompt="1"/>
          </p:nvPr>
        </p:nvSpPr>
        <p:spPr>
          <a:xfrm>
            <a:off x="0" y="0"/>
            <a:ext cx="11468100" cy="5018448"/>
          </a:xfrm>
          <a:custGeom>
            <a:avLst/>
            <a:gdLst>
              <a:gd name="connsiteX0" fmla="*/ 0 w 11468100"/>
              <a:gd name="connsiteY0" fmla="*/ 0 h 5091600"/>
              <a:gd name="connsiteX1" fmla="*/ 11468100 w 11468100"/>
              <a:gd name="connsiteY1" fmla="*/ 0 h 5091600"/>
              <a:gd name="connsiteX2" fmla="*/ 11468100 w 11468100"/>
              <a:gd name="connsiteY2" fmla="*/ 4590078 h 5091600"/>
              <a:gd name="connsiteX3" fmla="*/ 10966578 w 11468100"/>
              <a:gd name="connsiteY3" fmla="*/ 5091600 h 5091600"/>
              <a:gd name="connsiteX4" fmla="*/ 0 w 11468100"/>
              <a:gd name="connsiteY4" fmla="*/ 5091600 h 509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5091600">
                <a:moveTo>
                  <a:pt x="0" y="0"/>
                </a:moveTo>
                <a:lnTo>
                  <a:pt x="11468100" y="0"/>
                </a:lnTo>
                <a:lnTo>
                  <a:pt x="11468100" y="4590078"/>
                </a:lnTo>
                <a:cubicBezTo>
                  <a:pt x="11468100" y="4867061"/>
                  <a:pt x="11243561" y="5091600"/>
                  <a:pt x="10966578" y="5091600"/>
                </a:cubicBezTo>
                <a:lnTo>
                  <a:pt x="0" y="50916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 y="6629400"/>
            <a:ext cx="2805405" cy="228600"/>
          </a:xfrm>
        </p:spPr>
        <p:txBody>
          <a:bodyPr/>
          <a:lstStyle>
            <a:lvl1pPr>
              <a:defRPr>
                <a:solidFill>
                  <a:schemeClr val="tx2"/>
                </a:solidFill>
                <a:effectLst/>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11240" y="6629400"/>
            <a:ext cx="2376928" cy="228600"/>
          </a:xfrm>
        </p:spPr>
        <p:txBody>
          <a:bodyPr/>
          <a:lstStyle>
            <a:lvl1pPr>
              <a:defRPr>
                <a:solidFill>
                  <a:schemeClr val="tx2"/>
                </a:solidFill>
                <a:effectLst/>
              </a:defRPr>
            </a:lvl1pPr>
          </a:lstStyle>
          <a:p>
            <a:fld id="{D7E3ECEC-7E7B-4FB9-BAE8-5C10F12795EA}" type="datetimeFigureOut">
              <a:rPr lang="en-US" smtClean="0"/>
              <a:t>5/13/2026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53193" y="6629400"/>
            <a:ext cx="429207" cy="228600"/>
          </a:xfrm>
        </p:spPr>
        <p:txBody>
          <a:bodyPr/>
          <a:lstStyle>
            <a:lvl1pPr>
              <a:defRPr>
                <a:solidFill>
                  <a:schemeClr val="tx2"/>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623664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2345" y="250257"/>
            <a:ext cx="9692640" cy="4602845"/>
          </a:xfrm>
        </p:spPr>
        <p:txBody>
          <a:bodyPr vert="horz" lIns="91440" tIns="45720" rIns="91440" bIns="45720" rtlCol="0" anchor="t">
            <a:normAutofit/>
          </a:bodyPr>
          <a:lstStyle>
            <a:lvl1pPr>
              <a:lnSpc>
                <a:spcPct val="90000"/>
              </a:lnSpc>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1999" y="5053094"/>
            <a:ext cx="5253789" cy="847192"/>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5/13/2026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8587493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560321" y="1904300"/>
            <a:ext cx="7084194" cy="2353755"/>
          </a:xfrm>
        </p:spPr>
        <p:txBody>
          <a:bodyPr anchor="ctr">
            <a:normAutofit/>
          </a:bodyPr>
          <a:lstStyle>
            <a:lvl1pPr algn="ctr">
              <a:lnSpc>
                <a:spcPct val="80000"/>
              </a:lnSpc>
              <a:defRPr sz="60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262965" y="4597167"/>
            <a:ext cx="5678905" cy="1082180"/>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5/13/2026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4741724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 y="131670"/>
            <a:ext cx="12120283" cy="5093208"/>
          </a:xfrm>
        </p:spPr>
        <p:txBody>
          <a:bodyPr vert="horz" lIns="91440" tIns="45720" rIns="91440" bIns="45720" rtlCol="0" anchor="t">
            <a:normAutofit/>
          </a:bodyPr>
          <a:lstStyle>
            <a:lvl1pPr>
              <a:lnSpc>
                <a:spcPct val="85000"/>
              </a:lnSpc>
              <a:defRPr lang="en-US" sz="12500" spc="-50" baseline="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5356548"/>
            <a:ext cx="6414887" cy="748417"/>
          </a:xfrm>
        </p:spPr>
        <p:txBody>
          <a:bodyPr vert="horz" lIns="91440" tIns="45720" rIns="91440" bIns="45720" rtlCol="0" anchor="ctr">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5/13/2026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5566482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13702" y="1940943"/>
            <a:ext cx="8771340" cy="4917058"/>
          </a:xfrm>
        </p:spPr>
        <p:txBody>
          <a:bodyPr anchor="b">
            <a:normAutofit/>
          </a:bodyPr>
          <a:lstStyle>
            <a:lvl1pPr>
              <a:lnSpc>
                <a:spcPct val="90000"/>
              </a:lnSpc>
              <a:defRPr sz="7000">
                <a:solidFill>
                  <a:schemeClr val="accent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762000" y="64008"/>
            <a:ext cx="2816835" cy="338328"/>
          </a:xfrm>
        </p:spPr>
        <p:txBody>
          <a:bodyPr/>
          <a:lstStyle>
            <a:lvl1pPr>
              <a:defRPr>
                <a:solidFill>
                  <a:schemeClr val="accent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9290304" y="64008"/>
            <a:ext cx="1612674" cy="338328"/>
          </a:xfrm>
        </p:spPr>
        <p:txBody>
          <a:bodyPr/>
          <a:lstStyle>
            <a:lvl1pPr>
              <a:defRPr>
                <a:solidFill>
                  <a:schemeClr val="accent1"/>
                </a:solidFill>
              </a:defRPr>
            </a:lvl1pPr>
          </a:lstStyle>
          <a:p>
            <a:fld id="{D7E3ECEC-7E7B-4FB9-BAE8-5C10F12795EA}" type="datetimeFigureOut">
              <a:rPr lang="en-US" smtClean="0"/>
              <a:t>5/13/2026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055096" y="64008"/>
            <a:ext cx="457200" cy="338328"/>
          </a:xfrm>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7831167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2D3B99D-E6B2-4EE8-0A54-0FAA367757A0}"/>
              </a:ext>
              <a:ext uri="{C183D7F6-B498-43B3-948B-1728B52AA6E4}">
                <adec:decorative xmlns:adec="http://schemas.microsoft.com/office/drawing/2017/decorative" val="1"/>
              </a:ext>
            </a:extLst>
          </p:cNvPr>
          <p:cNvSpPr/>
          <p:nvPr/>
        </p:nvSpPr>
        <p:spPr>
          <a:xfrm>
            <a:off x="3735581" y="2721090"/>
            <a:ext cx="8456418" cy="4136911"/>
          </a:xfrm>
          <a:custGeom>
            <a:avLst/>
            <a:gdLst>
              <a:gd name="connsiteX0" fmla="*/ 501522 w 8456418"/>
              <a:gd name="connsiteY0" fmla="*/ 0 h 4136911"/>
              <a:gd name="connsiteX1" fmla="*/ 7315160 w 8456418"/>
              <a:gd name="connsiteY1" fmla="*/ 0 h 4136911"/>
              <a:gd name="connsiteX2" fmla="*/ 7389577 w 8456418"/>
              <a:gd name="connsiteY2" fmla="*/ 0 h 4136911"/>
              <a:gd name="connsiteX3" fmla="*/ 8456418 w 8456418"/>
              <a:gd name="connsiteY3" fmla="*/ 0 h 4136911"/>
              <a:gd name="connsiteX4" fmla="*/ 8456418 w 8456418"/>
              <a:gd name="connsiteY4" fmla="*/ 4136910 h 4136911"/>
              <a:gd name="connsiteX5" fmla="*/ 7389577 w 8456418"/>
              <a:gd name="connsiteY5" fmla="*/ 4136910 h 4136911"/>
              <a:gd name="connsiteX6" fmla="*/ 7389577 w 8456418"/>
              <a:gd name="connsiteY6" fmla="*/ 4136911 h 4136911"/>
              <a:gd name="connsiteX7" fmla="*/ 0 w 8456418"/>
              <a:gd name="connsiteY7" fmla="*/ 4136911 h 4136911"/>
              <a:gd name="connsiteX8" fmla="*/ 0 w 8456418"/>
              <a:gd name="connsiteY8" fmla="*/ 501522 h 4136911"/>
              <a:gd name="connsiteX9" fmla="*/ 501522 w 8456418"/>
              <a:gd name="connsiteY9" fmla="*/ 0 h 4136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56418" h="4136911">
                <a:moveTo>
                  <a:pt x="501522" y="0"/>
                </a:moveTo>
                <a:lnTo>
                  <a:pt x="7315160" y="0"/>
                </a:lnTo>
                <a:lnTo>
                  <a:pt x="7389577" y="0"/>
                </a:lnTo>
                <a:lnTo>
                  <a:pt x="8456418" y="0"/>
                </a:lnTo>
                <a:lnTo>
                  <a:pt x="8456418" y="4136910"/>
                </a:lnTo>
                <a:lnTo>
                  <a:pt x="7389577" y="4136910"/>
                </a:lnTo>
                <a:lnTo>
                  <a:pt x="7389577" y="4136911"/>
                </a:lnTo>
                <a:lnTo>
                  <a:pt x="0" y="4136911"/>
                </a:lnTo>
                <a:lnTo>
                  <a:pt x="0" y="501522"/>
                </a:lnTo>
                <a:cubicBezTo>
                  <a:pt x="0" y="224539"/>
                  <a:pt x="224538" y="0"/>
                  <a:pt x="501522"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38499" y="134751"/>
            <a:ext cx="11429601" cy="2213814"/>
          </a:xfrm>
        </p:spPr>
        <p:txBody>
          <a:bodyPr anchor="t">
            <a:normAutofit/>
          </a:bodyPr>
          <a:lstStyle>
            <a:lvl1pPr>
              <a:lnSpc>
                <a:spcPct val="80000"/>
              </a:lnSpc>
              <a:defRPr sz="9000">
                <a:solidFill>
                  <a:schemeClr val="accent1"/>
                </a:solidFill>
              </a:defRPr>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267200" y="3124200"/>
            <a:ext cx="7200900" cy="2971800"/>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75292546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141316" y="154198"/>
            <a:ext cx="11326784" cy="1770855"/>
          </a:xfrm>
        </p:spPr>
        <p:txBody>
          <a:bodyPr anchor="t">
            <a:noAutofit/>
          </a:bodyPr>
          <a:lstStyle>
            <a:lvl1pPr>
              <a:lnSpc>
                <a:spcPct val="80000"/>
              </a:lnSpc>
              <a:defRPr sz="8800">
                <a:solidFill>
                  <a:schemeClr val="accent1"/>
                </a:solidFill>
              </a:defRPr>
            </a:lvl1pPr>
          </a:lstStyle>
          <a:p>
            <a:r>
              <a:rPr lang="en-US" dirty="0"/>
              <a:t>Agenda</a:t>
            </a:r>
          </a:p>
        </p:txBody>
      </p:sp>
      <p:sp>
        <p:nvSpPr>
          <p:cNvPr id="16" name="Picture Placeholder 15">
            <a:extLst>
              <a:ext uri="{FF2B5EF4-FFF2-40B4-BE49-F238E27FC236}">
                <a16:creationId xmlns:a16="http://schemas.microsoft.com/office/drawing/2014/main" id="{DFF180EE-9609-8056-7D1A-0AB8C9676916}"/>
              </a:ext>
            </a:extLst>
          </p:cNvPr>
          <p:cNvSpPr>
            <a:spLocks noGrp="1"/>
          </p:cNvSpPr>
          <p:nvPr>
            <p:ph type="pic" sz="quarter" idx="15" hasCustomPrompt="1"/>
          </p:nvPr>
        </p:nvSpPr>
        <p:spPr>
          <a:xfrm>
            <a:off x="0" y="2266752"/>
            <a:ext cx="6871018" cy="4591248"/>
          </a:xfrm>
          <a:custGeom>
            <a:avLst/>
            <a:gdLst>
              <a:gd name="connsiteX0" fmla="*/ 0 w 6871018"/>
              <a:gd name="connsiteY0" fmla="*/ 0 h 4591248"/>
              <a:gd name="connsiteX1" fmla="*/ 6369496 w 6871018"/>
              <a:gd name="connsiteY1" fmla="*/ 0 h 4591248"/>
              <a:gd name="connsiteX2" fmla="*/ 6871018 w 6871018"/>
              <a:gd name="connsiteY2" fmla="*/ 501522 h 4591248"/>
              <a:gd name="connsiteX3" fmla="*/ 6871018 w 6871018"/>
              <a:gd name="connsiteY3" fmla="*/ 4591248 h 4591248"/>
              <a:gd name="connsiteX4" fmla="*/ 0 w 6871018"/>
              <a:gd name="connsiteY4" fmla="*/ 4591248 h 4591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71018" h="4591248">
                <a:moveTo>
                  <a:pt x="0" y="0"/>
                </a:moveTo>
                <a:lnTo>
                  <a:pt x="6369496" y="0"/>
                </a:lnTo>
                <a:cubicBezTo>
                  <a:pt x="6646479" y="0"/>
                  <a:pt x="6871018" y="224539"/>
                  <a:pt x="6871018" y="501522"/>
                </a:cubicBezTo>
                <a:lnTo>
                  <a:pt x="6871018" y="4591248"/>
                </a:lnTo>
                <a:lnTo>
                  <a:pt x="0" y="4591248"/>
                </a:lnTo>
                <a:close/>
              </a:path>
            </a:pathLst>
          </a:custGeom>
          <a:blipFill>
            <a:blip r:embed="rId2">
              <a:alphaModFix amt="75000"/>
            </a:blip>
            <a:stretch>
              <a:fillRect/>
            </a:stretch>
          </a:blipFill>
        </p:spPr>
        <p:txBody>
          <a:bodyPr wrap="square">
            <a:noAutofit/>
          </a:bodyPr>
          <a:lstStyle>
            <a:lvl1pPr marL="0" indent="0">
              <a:buNone/>
              <a:defRPr/>
            </a:lvl1pPr>
          </a:lstStyle>
          <a:p>
            <a:r>
              <a:rPr lang="en-US" dirty="0"/>
              <a:t>  </a:t>
            </a:r>
          </a:p>
        </p:txBody>
      </p:sp>
      <p:sp>
        <p:nvSpPr>
          <p:cNvPr id="10" name="Freeform: Shape 9">
            <a:extLst>
              <a:ext uri="{FF2B5EF4-FFF2-40B4-BE49-F238E27FC236}">
                <a16:creationId xmlns:a16="http://schemas.microsoft.com/office/drawing/2014/main" id="{0ED03D8A-5554-BC86-D031-989A4FC017F9}"/>
              </a:ext>
              <a:ext uri="{C183D7F6-B498-43B3-948B-1728B52AA6E4}">
                <adec:decorative xmlns:adec="http://schemas.microsoft.com/office/drawing/2017/decorative" val="1"/>
              </a:ext>
            </a:extLst>
          </p:cNvPr>
          <p:cNvSpPr/>
          <p:nvPr/>
        </p:nvSpPr>
        <p:spPr>
          <a:xfrm>
            <a:off x="7084170" y="2266752"/>
            <a:ext cx="5107831" cy="4591248"/>
          </a:xfrm>
          <a:custGeom>
            <a:avLst/>
            <a:gdLst>
              <a:gd name="connsiteX0" fmla="*/ 501521 w 5107831"/>
              <a:gd name="connsiteY0" fmla="*/ 0 h 4591248"/>
              <a:gd name="connsiteX1" fmla="*/ 5107831 w 5107831"/>
              <a:gd name="connsiteY1" fmla="*/ 0 h 4591248"/>
              <a:gd name="connsiteX2" fmla="*/ 5107831 w 5107831"/>
              <a:gd name="connsiteY2" fmla="*/ 4591248 h 4591248"/>
              <a:gd name="connsiteX3" fmla="*/ 0 w 5107831"/>
              <a:gd name="connsiteY3" fmla="*/ 4591248 h 4591248"/>
              <a:gd name="connsiteX4" fmla="*/ 0 w 5107831"/>
              <a:gd name="connsiteY4" fmla="*/ 501522 h 4591248"/>
              <a:gd name="connsiteX5" fmla="*/ 501521 w 5107831"/>
              <a:gd name="connsiteY5" fmla="*/ 0 h 4591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7831" h="4591248">
                <a:moveTo>
                  <a:pt x="501521" y="0"/>
                </a:moveTo>
                <a:lnTo>
                  <a:pt x="5107831" y="0"/>
                </a:lnTo>
                <a:lnTo>
                  <a:pt x="5107831" y="4591248"/>
                </a:lnTo>
                <a:lnTo>
                  <a:pt x="0" y="4591248"/>
                </a:lnTo>
                <a:lnTo>
                  <a:pt x="0" y="501522"/>
                </a:lnTo>
                <a:cubicBezTo>
                  <a:pt x="0" y="224539"/>
                  <a:pt x="224538" y="0"/>
                  <a:pt x="50152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597833" y="2762450"/>
            <a:ext cx="3870267" cy="3333549"/>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97833" y="6329172"/>
            <a:ext cx="2020539"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498169" y="6329172"/>
            <a:ext cx="1405916" cy="338328"/>
          </a:xfrm>
        </p:spPr>
        <p:txBody>
          <a:bodyPr/>
          <a:lstStyle>
            <a:lvl1pPr>
              <a:defRPr>
                <a:solidFill>
                  <a:schemeClr val="tx1"/>
                </a:solidFill>
                <a:effectLst/>
              </a:defRPr>
            </a:lvl1p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9391815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208428" y="5434066"/>
            <a:ext cx="11259672" cy="1340631"/>
          </a:xfrm>
        </p:spPr>
        <p:txBody>
          <a:bodyPr anchor="ctr">
            <a:noAutofit/>
          </a:bodyPr>
          <a:lstStyle>
            <a:lvl1pPr>
              <a:lnSpc>
                <a:spcPct val="80000"/>
              </a:lnSpc>
              <a:defRPr sz="9200">
                <a:solidFill>
                  <a:schemeClr val="accent1"/>
                </a:solidFill>
              </a:defRPr>
            </a:lvl1pPr>
          </a:lstStyle>
          <a:p>
            <a:r>
              <a:rPr lang="en-US" dirty="0"/>
              <a:t>Agenda</a:t>
            </a:r>
          </a:p>
        </p:txBody>
      </p:sp>
      <p:sp>
        <p:nvSpPr>
          <p:cNvPr id="4" name="Picture Placeholder 3">
            <a:extLst>
              <a:ext uri="{FF2B5EF4-FFF2-40B4-BE49-F238E27FC236}">
                <a16:creationId xmlns:a16="http://schemas.microsoft.com/office/drawing/2014/main" id="{9A527762-C88B-23BA-9A3F-621F88C685CC}"/>
              </a:ext>
            </a:extLst>
          </p:cNvPr>
          <p:cNvSpPr>
            <a:spLocks noGrp="1"/>
          </p:cNvSpPr>
          <p:nvPr>
            <p:ph type="pic" sz="quarter" idx="15" hasCustomPrompt="1"/>
          </p:nvPr>
        </p:nvSpPr>
        <p:spPr>
          <a:xfrm>
            <a:off x="0" y="1"/>
            <a:ext cx="7075656" cy="5017475"/>
          </a:xfrm>
          <a:custGeom>
            <a:avLst/>
            <a:gdLst>
              <a:gd name="connsiteX0" fmla="*/ 0 w 7075656"/>
              <a:gd name="connsiteY0" fmla="*/ 0 h 5017475"/>
              <a:gd name="connsiteX1" fmla="*/ 7075656 w 7075656"/>
              <a:gd name="connsiteY1" fmla="*/ 0 h 5017475"/>
              <a:gd name="connsiteX2" fmla="*/ 7075656 w 7075656"/>
              <a:gd name="connsiteY2" fmla="*/ 4515953 h 5017475"/>
              <a:gd name="connsiteX3" fmla="*/ 6574134 w 7075656"/>
              <a:gd name="connsiteY3" fmla="*/ 5017475 h 5017475"/>
              <a:gd name="connsiteX4" fmla="*/ 0 w 7075656"/>
              <a:gd name="connsiteY4" fmla="*/ 5017475 h 5017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5656" h="5017475">
                <a:moveTo>
                  <a:pt x="0" y="0"/>
                </a:moveTo>
                <a:lnTo>
                  <a:pt x="7075656" y="0"/>
                </a:lnTo>
                <a:lnTo>
                  <a:pt x="7075656" y="4515953"/>
                </a:lnTo>
                <a:cubicBezTo>
                  <a:pt x="7075656" y="4792936"/>
                  <a:pt x="6851117" y="5017475"/>
                  <a:pt x="6574134" y="5017475"/>
                </a:cubicBezTo>
                <a:lnTo>
                  <a:pt x="0" y="5017475"/>
                </a:lnTo>
                <a:close/>
              </a:path>
            </a:pathLst>
          </a:custGeom>
          <a:blipFill>
            <a:blip r:embed="rId2">
              <a:alphaModFix amt="75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701094" y="791110"/>
            <a:ext cx="3767006" cy="4226366"/>
          </a:xfrm>
        </p:spPr>
        <p:txBody>
          <a:bodyPr vert="horz" lIns="91440" tIns="45720" rIns="91440" bIns="45720" rtlCol="0">
            <a:normAutofit/>
          </a:bodyPr>
          <a:lstStyle>
            <a:lvl1pPr marL="342900" indent="-342900">
              <a:buFont typeface="+mj-lt"/>
              <a:buAutoNum type="arabicPeriod"/>
              <a:defRPr lang="en-US" sz="1600" dirty="0"/>
            </a:lvl1pPr>
            <a:lvl2pPr marL="571500" indent="-342900">
              <a:buFont typeface="+mj-lt"/>
              <a:buAutoNum type="arabicPeriod"/>
              <a:defRPr lang="en-US" dirty="0"/>
            </a:lvl2pPr>
            <a:lvl3pPr marL="800100" indent="-342900">
              <a:buFont typeface="+mj-lt"/>
              <a:buAutoNum type="arabicPeriod"/>
              <a:defRPr lang="en-US" dirty="0"/>
            </a:lvl3pPr>
            <a:lvl4pPr marL="1028700" indent="-342900">
              <a:buFont typeface="+mj-lt"/>
              <a:buAutoNum type="arabicPeriod"/>
              <a:defRPr lang="en-US" dirty="0"/>
            </a:lvl4pPr>
            <a:lvl5pPr marL="1257300" indent="-342900">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01094" y="190984"/>
            <a:ext cx="2713574"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829799" y="190984"/>
            <a:ext cx="1074285" cy="338328"/>
          </a:xfrm>
        </p:spPr>
        <p:txBody>
          <a:bodyPr/>
          <a:lstStyle>
            <a:lvl1pPr>
              <a:defRPr>
                <a:solidFill>
                  <a:schemeClr val="tx1"/>
                </a:solidFill>
                <a:effectLst/>
              </a:defRPr>
            </a:lvl1p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190984"/>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68612727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89871" y="1717296"/>
            <a:ext cx="5618603" cy="1189805"/>
          </a:xfrm>
        </p:spPr>
        <p:txBody>
          <a:bodyPr anchor="b">
            <a:normAutofit/>
          </a:bodyPr>
          <a:lstStyle>
            <a:lvl1pPr algn="ct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884734" y="3138477"/>
            <a:ext cx="4428877" cy="2116570"/>
          </a:xfrm>
        </p:spPr>
        <p:txBody>
          <a:bodyPr vert="horz" lIns="91440" tIns="45720" rIns="91440" bIns="45720" rtlCol="0">
            <a:normAutofit/>
          </a:bodyPr>
          <a:lstStyle>
            <a:lvl1pPr marL="0" indent="0" algn="ctr">
              <a:buNone/>
              <a:defRPr lang="en-US" sz="1400" dirty="0"/>
            </a:lvl1pPr>
            <a:lvl2pPr marL="228600" indent="0" algn="ctr">
              <a:buNone/>
              <a:defRPr lang="en-US" sz="1200" dirty="0"/>
            </a:lvl2pPr>
            <a:lvl3pPr marL="457200" indent="0" algn="ctr">
              <a:buNone/>
              <a:defRPr lang="en-US" sz="1100" dirty="0"/>
            </a:lvl3pPr>
            <a:lvl4pPr marL="685800" indent="0" algn="ctr">
              <a:buNone/>
              <a:defRPr lang="en-US" sz="1100" dirty="0"/>
            </a:lvl4pPr>
            <a:lvl5pPr marL="914400" indent="0" algn="ctr">
              <a:buNone/>
              <a:defRPr lang="en-US" sz="11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41269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939160" y="1993392"/>
            <a:ext cx="3097924" cy="2160355"/>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39103" y="1993392"/>
            <a:ext cx="4856097" cy="35387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655604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42625" y="1508760"/>
            <a:ext cx="3390442" cy="2857500"/>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57596" y="1508760"/>
            <a:ext cx="5233669" cy="413187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795648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19200" y="1097280"/>
            <a:ext cx="3205908" cy="3428174"/>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46320" y="1098484"/>
            <a:ext cx="6126480" cy="507371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029554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68096" y="822960"/>
            <a:ext cx="3367238" cy="2031205"/>
          </a:xfrm>
        </p:spPr>
        <p:txBody>
          <a:bodyPr anchor="t">
            <a:normAutofit/>
          </a:bodyPr>
          <a:lstStyle>
            <a:lvl1pPr>
              <a:defRPr sz="25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94998" y="822960"/>
            <a:ext cx="7087401" cy="534924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0091741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60520" y="822960"/>
            <a:ext cx="7305005" cy="972657"/>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F1613FF0-3917-A83C-848B-3D1932393483}"/>
              </a:ext>
            </a:extLst>
          </p:cNvPr>
          <p:cNvSpPr>
            <a:spLocks noGrp="1"/>
          </p:cNvSpPr>
          <p:nvPr>
            <p:ph type="pic" sz="quarter" idx="15" hasCustomPrompt="1"/>
          </p:nvPr>
        </p:nvSpPr>
        <p:spPr>
          <a:xfrm>
            <a:off x="0" y="0"/>
            <a:ext cx="3493008" cy="6107204"/>
          </a:xfrm>
          <a:custGeom>
            <a:avLst/>
            <a:gdLst>
              <a:gd name="connsiteX0" fmla="*/ 0 w 3493008"/>
              <a:gd name="connsiteY0" fmla="*/ 0 h 6107204"/>
              <a:gd name="connsiteX1" fmla="*/ 3493008 w 3493008"/>
              <a:gd name="connsiteY1" fmla="*/ 0 h 6107204"/>
              <a:gd name="connsiteX2" fmla="*/ 3493008 w 3493008"/>
              <a:gd name="connsiteY2" fmla="*/ 5602161 h 6107204"/>
              <a:gd name="connsiteX3" fmla="*/ 2991486 w 3493008"/>
              <a:gd name="connsiteY3" fmla="*/ 6107204 h 6107204"/>
              <a:gd name="connsiteX4" fmla="*/ 0 w 3493008"/>
              <a:gd name="connsiteY4" fmla="*/ 6107204 h 6107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3008" h="6107204">
                <a:moveTo>
                  <a:pt x="0" y="0"/>
                </a:moveTo>
                <a:lnTo>
                  <a:pt x="3493008" y="0"/>
                </a:lnTo>
                <a:lnTo>
                  <a:pt x="3493008" y="5602161"/>
                </a:lnTo>
                <a:cubicBezTo>
                  <a:pt x="3493008" y="5881089"/>
                  <a:pt x="3268469" y="6107204"/>
                  <a:pt x="2991486" y="6107204"/>
                </a:cubicBezTo>
                <a:lnTo>
                  <a:pt x="0" y="610720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63095" y="1993392"/>
            <a:ext cx="7305005" cy="41208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3282902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7196328" cy="1068324"/>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996440"/>
            <a:ext cx="719632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2090" y="6329172"/>
            <a:ext cx="2816835"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974104" y="6329172"/>
            <a:ext cx="2660904" cy="338328"/>
          </a:xfrm>
        </p:spPr>
        <p:txBody>
          <a:body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809836"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
        <p:nvSpPr>
          <p:cNvPr id="11" name="Picture Placeholder 10">
            <a:extLst>
              <a:ext uri="{FF2B5EF4-FFF2-40B4-BE49-F238E27FC236}">
                <a16:creationId xmlns:a16="http://schemas.microsoft.com/office/drawing/2014/main" id="{8BBFAFCD-BCC9-C2BB-355B-1D08B9A7708D}"/>
              </a:ext>
            </a:extLst>
          </p:cNvPr>
          <p:cNvSpPr>
            <a:spLocks noGrp="1"/>
          </p:cNvSpPr>
          <p:nvPr>
            <p:ph type="pic" sz="quarter" idx="15" hasCustomPrompt="1"/>
          </p:nvPr>
        </p:nvSpPr>
        <p:spPr>
          <a:xfrm>
            <a:off x="8698986" y="758460"/>
            <a:ext cx="3493014" cy="6099541"/>
          </a:xfrm>
          <a:custGeom>
            <a:avLst/>
            <a:gdLst>
              <a:gd name="connsiteX0" fmla="*/ 501522 w 3493014"/>
              <a:gd name="connsiteY0" fmla="*/ 0 h 6099541"/>
              <a:gd name="connsiteX1" fmla="*/ 3493014 w 3493014"/>
              <a:gd name="connsiteY1" fmla="*/ 0 h 6099541"/>
              <a:gd name="connsiteX2" fmla="*/ 3493014 w 3493014"/>
              <a:gd name="connsiteY2" fmla="*/ 6099541 h 6099541"/>
              <a:gd name="connsiteX3" fmla="*/ 0 w 3493014"/>
              <a:gd name="connsiteY3" fmla="*/ 6099541 h 6099541"/>
              <a:gd name="connsiteX4" fmla="*/ 0 w 3493014"/>
              <a:gd name="connsiteY4" fmla="*/ 501522 h 6099541"/>
              <a:gd name="connsiteX5" fmla="*/ 501522 w 3493014"/>
              <a:gd name="connsiteY5" fmla="*/ 0 h 609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3014" h="6099541">
                <a:moveTo>
                  <a:pt x="501522" y="0"/>
                </a:moveTo>
                <a:lnTo>
                  <a:pt x="3493014" y="0"/>
                </a:lnTo>
                <a:lnTo>
                  <a:pt x="3493014" y="6099541"/>
                </a:lnTo>
                <a:lnTo>
                  <a:pt x="0" y="6099541"/>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86051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478799" y="374904"/>
            <a:ext cx="8029143" cy="914400"/>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640F6D4C-AB58-61E2-820C-26713F7162B4}"/>
              </a:ext>
            </a:extLst>
          </p:cNvPr>
          <p:cNvSpPr>
            <a:spLocks noGrp="1"/>
          </p:cNvSpPr>
          <p:nvPr>
            <p:ph type="pic" sz="quarter" idx="15" hasCustomPrompt="1"/>
          </p:nvPr>
        </p:nvSpPr>
        <p:spPr>
          <a:xfrm>
            <a:off x="1" y="0"/>
            <a:ext cx="2812577" cy="6096000"/>
          </a:xfrm>
          <a:custGeom>
            <a:avLst/>
            <a:gdLst>
              <a:gd name="connsiteX0" fmla="*/ 0 w 2812577"/>
              <a:gd name="connsiteY0" fmla="*/ 0 h 6096000"/>
              <a:gd name="connsiteX1" fmla="*/ 2812577 w 2812577"/>
              <a:gd name="connsiteY1" fmla="*/ 0 h 6096000"/>
              <a:gd name="connsiteX2" fmla="*/ 2812577 w 2812577"/>
              <a:gd name="connsiteY2" fmla="*/ 5594478 h 6096000"/>
              <a:gd name="connsiteX3" fmla="*/ 2311055 w 2812577"/>
              <a:gd name="connsiteY3" fmla="*/ 6096000 h 6096000"/>
              <a:gd name="connsiteX4" fmla="*/ 0 w 2812577"/>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5594478"/>
                </a:lnTo>
                <a:cubicBezTo>
                  <a:pt x="2812577" y="5871461"/>
                  <a:pt x="2588038" y="6096000"/>
                  <a:pt x="2311055" y="6096000"/>
                </a:cubicBezTo>
                <a:lnTo>
                  <a:pt x="0" y="60960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478798" y="1444752"/>
            <a:ext cx="8029144"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478799"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1124329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365760"/>
            <a:ext cx="7935953" cy="9144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 y="1444752"/>
            <a:ext cx="7935953"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365D02ED-881B-AC26-9FB1-E0C7AC5229CD}"/>
              </a:ext>
            </a:extLst>
          </p:cNvPr>
          <p:cNvSpPr>
            <a:spLocks noGrp="1"/>
          </p:cNvSpPr>
          <p:nvPr>
            <p:ph type="pic" sz="quarter" idx="15" hasCustomPrompt="1"/>
          </p:nvPr>
        </p:nvSpPr>
        <p:spPr>
          <a:xfrm>
            <a:off x="9379423" y="0"/>
            <a:ext cx="2812577" cy="6096000"/>
          </a:xfrm>
          <a:custGeom>
            <a:avLst/>
            <a:gdLst>
              <a:gd name="connsiteX0" fmla="*/ 0 w 2812577"/>
              <a:gd name="connsiteY0" fmla="*/ 0 h 6096000"/>
              <a:gd name="connsiteX1" fmla="*/ 2812577 w 2812577"/>
              <a:gd name="connsiteY1" fmla="*/ 0 h 6096000"/>
              <a:gd name="connsiteX2" fmla="*/ 2812577 w 2812577"/>
              <a:gd name="connsiteY2" fmla="*/ 6096000 h 6096000"/>
              <a:gd name="connsiteX3" fmla="*/ 501522 w 2812577"/>
              <a:gd name="connsiteY3" fmla="*/ 6096000 h 6096000"/>
              <a:gd name="connsiteX4" fmla="*/ 0 w 281257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2577" h="6096000">
                <a:moveTo>
                  <a:pt x="0" y="0"/>
                </a:moveTo>
                <a:lnTo>
                  <a:pt x="2812577" y="0"/>
                </a:lnTo>
                <a:lnTo>
                  <a:pt x="2812577" y="6096000"/>
                </a:lnTo>
                <a:lnTo>
                  <a:pt x="501522" y="6096000"/>
                </a:lnTo>
                <a:cubicBezTo>
                  <a:pt x="224539" y="6096000"/>
                  <a:pt x="0" y="5871461"/>
                  <a:pt x="0" y="5594478"/>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9172"/>
            <a:ext cx="2699608" cy="338328"/>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291411" y="6329172"/>
            <a:ext cx="1612674" cy="338328"/>
          </a:xfrm>
        </p:spPr>
        <p:txBody>
          <a:body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0742" y="6329172"/>
            <a:ext cx="457200" cy="338328"/>
          </a:xfrm>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52392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1301" y="822960"/>
            <a:ext cx="5986799" cy="109210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3253D553-C5F3-3129-9E70-5FFBFDC9ECE7}"/>
              </a:ext>
            </a:extLst>
          </p:cNvPr>
          <p:cNvSpPr>
            <a:spLocks noGrp="1"/>
          </p:cNvSpPr>
          <p:nvPr>
            <p:ph type="pic" sz="quarter" idx="15" hasCustomPrompt="1"/>
          </p:nvPr>
        </p:nvSpPr>
        <p:spPr>
          <a:xfrm>
            <a:off x="0" y="0"/>
            <a:ext cx="4785141" cy="6096000"/>
          </a:xfrm>
          <a:custGeom>
            <a:avLst/>
            <a:gdLst>
              <a:gd name="connsiteX0" fmla="*/ 0 w 4785141"/>
              <a:gd name="connsiteY0" fmla="*/ 0 h 6096000"/>
              <a:gd name="connsiteX1" fmla="*/ 4785141 w 4785141"/>
              <a:gd name="connsiteY1" fmla="*/ 0 h 6096000"/>
              <a:gd name="connsiteX2" fmla="*/ 4785141 w 4785141"/>
              <a:gd name="connsiteY2" fmla="*/ 5594478 h 6096000"/>
              <a:gd name="connsiteX3" fmla="*/ 4283619 w 4785141"/>
              <a:gd name="connsiteY3" fmla="*/ 6096000 h 6096000"/>
              <a:gd name="connsiteX4" fmla="*/ 0 w 4785141"/>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5141" h="6096000">
                <a:moveTo>
                  <a:pt x="0" y="0"/>
                </a:moveTo>
                <a:lnTo>
                  <a:pt x="4785141" y="0"/>
                </a:lnTo>
                <a:lnTo>
                  <a:pt x="4785141" y="5594478"/>
                </a:lnTo>
                <a:cubicBezTo>
                  <a:pt x="4785141" y="5871461"/>
                  <a:pt x="4560602" y="6096000"/>
                  <a:pt x="4283619" y="6096000"/>
                </a:cubicBezTo>
                <a:lnTo>
                  <a:pt x="0" y="609600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481302" y="1996440"/>
            <a:ext cx="5986798"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1870182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6" y="822960"/>
            <a:ext cx="6140334" cy="973212"/>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71725" y="1996440"/>
            <a:ext cx="6140335" cy="40992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31088019-00EC-C5EE-FDBA-3FD6E5C52EF8}"/>
              </a:ext>
            </a:extLst>
          </p:cNvPr>
          <p:cNvSpPr>
            <a:spLocks noGrp="1"/>
          </p:cNvSpPr>
          <p:nvPr>
            <p:ph type="pic" sz="quarter" idx="15" hasCustomPrompt="1"/>
          </p:nvPr>
        </p:nvSpPr>
        <p:spPr>
          <a:xfrm>
            <a:off x="7619999" y="0"/>
            <a:ext cx="4572001" cy="6095689"/>
          </a:xfrm>
          <a:custGeom>
            <a:avLst/>
            <a:gdLst>
              <a:gd name="connsiteX0" fmla="*/ 0 w 4572001"/>
              <a:gd name="connsiteY0" fmla="*/ 0 h 6095689"/>
              <a:gd name="connsiteX1" fmla="*/ 4572001 w 4572001"/>
              <a:gd name="connsiteY1" fmla="*/ 0 h 6095689"/>
              <a:gd name="connsiteX2" fmla="*/ 4572001 w 4572001"/>
              <a:gd name="connsiteY2" fmla="*/ 6095689 h 6095689"/>
              <a:gd name="connsiteX3" fmla="*/ 501522 w 4572001"/>
              <a:gd name="connsiteY3" fmla="*/ 6095689 h 6095689"/>
              <a:gd name="connsiteX4" fmla="*/ 0 w 4572001"/>
              <a:gd name="connsiteY4" fmla="*/ 5590205 h 6095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1" h="6095689">
                <a:moveTo>
                  <a:pt x="0" y="0"/>
                </a:moveTo>
                <a:lnTo>
                  <a:pt x="4572001" y="0"/>
                </a:lnTo>
                <a:lnTo>
                  <a:pt x="4572001" y="6095689"/>
                </a:lnTo>
                <a:lnTo>
                  <a:pt x="501522" y="6095689"/>
                </a:lnTo>
                <a:cubicBezTo>
                  <a:pt x="224539" y="6095689"/>
                  <a:pt x="0" y="5869376"/>
                  <a:pt x="0" y="5590205"/>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F1B30B23-B6C4-3723-57BA-D70C99D0320B}"/>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B5CB376B-27E9-4CDA-655E-2AE645F1DE44}"/>
              </a:ext>
            </a:extLst>
          </p:cNvPr>
          <p:cNvSpPr>
            <a:spLocks noGrp="1"/>
          </p:cNvSpPr>
          <p:nvPr>
            <p:ph type="dt" sz="half" idx="16"/>
          </p:nvPr>
        </p:nvSpPr>
        <p:spPr/>
        <p:txBody>
          <a:bodyPr/>
          <a:lstStyle/>
          <a:p>
            <a:fld id="{D7E3ECEC-7E7B-4FB9-BAE8-5C10F12795EA}" type="datetimeFigureOut">
              <a:rPr lang="en-US" smtClean="0"/>
              <a:t>5/13/2026</a:t>
            </a:fld>
            <a:endParaRPr lang="en-US"/>
          </a:p>
        </p:txBody>
      </p:sp>
      <p:sp>
        <p:nvSpPr>
          <p:cNvPr id="10" name="Slide Number Placeholder 9">
            <a:extLst>
              <a:ext uri="{FF2B5EF4-FFF2-40B4-BE49-F238E27FC236}">
                <a16:creationId xmlns:a16="http://schemas.microsoft.com/office/drawing/2014/main" id="{4EC5A43C-DD1F-E7E6-BBC8-F953BC288BB0}"/>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775517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DBFBCB5-4A7B-F7B3-9AAF-F908FB128AB0}"/>
              </a:ext>
            </a:extLst>
          </p:cNvPr>
          <p:cNvSpPr>
            <a:spLocks noGrp="1"/>
          </p:cNvSpPr>
          <p:nvPr>
            <p:ph type="pic" sz="quarter" idx="15" hasCustomPrompt="1"/>
          </p:nvPr>
        </p:nvSpPr>
        <p:spPr>
          <a:xfrm>
            <a:off x="0" y="0"/>
            <a:ext cx="6548534" cy="6100464"/>
          </a:xfrm>
          <a:custGeom>
            <a:avLst/>
            <a:gdLst>
              <a:gd name="connsiteX0" fmla="*/ 0 w 6548534"/>
              <a:gd name="connsiteY0" fmla="*/ 0 h 6100464"/>
              <a:gd name="connsiteX1" fmla="*/ 6548534 w 6548534"/>
              <a:gd name="connsiteY1" fmla="*/ 0 h 6100464"/>
              <a:gd name="connsiteX2" fmla="*/ 6548534 w 6548534"/>
              <a:gd name="connsiteY2" fmla="*/ 5595865 h 6100464"/>
              <a:gd name="connsiteX3" fmla="*/ 6047012 w 6548534"/>
              <a:gd name="connsiteY3" fmla="*/ 6100464 h 6100464"/>
              <a:gd name="connsiteX4" fmla="*/ 0 w 6548534"/>
              <a:gd name="connsiteY4" fmla="*/ 6100464 h 6100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534" h="6100464">
                <a:moveTo>
                  <a:pt x="0" y="0"/>
                </a:moveTo>
                <a:lnTo>
                  <a:pt x="6548534" y="0"/>
                </a:lnTo>
                <a:lnTo>
                  <a:pt x="6548534" y="5595865"/>
                </a:lnTo>
                <a:cubicBezTo>
                  <a:pt x="6548534" y="5874548"/>
                  <a:pt x="6323995" y="6100464"/>
                  <a:pt x="6047012" y="6100464"/>
                </a:cubicBezTo>
                <a:lnTo>
                  <a:pt x="0" y="61004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116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8F54AB8-6B4D-C00F-7A9F-6627E7066D2A}"/>
              </a:ext>
            </a:extLst>
          </p:cNvPr>
          <p:cNvSpPr>
            <a:spLocks noGrp="1"/>
          </p:cNvSpPr>
          <p:nvPr>
            <p:ph type="ftr" sz="quarter" idx="17"/>
          </p:nvPr>
        </p:nvSpPr>
        <p:spPr/>
        <p:txBody>
          <a:bodyPr/>
          <a:lstStyle/>
          <a:p>
            <a:endParaRPr lang="en-US"/>
          </a:p>
        </p:txBody>
      </p:sp>
      <p:sp>
        <p:nvSpPr>
          <p:cNvPr id="4" name="Date Placeholder 3">
            <a:extLst>
              <a:ext uri="{FF2B5EF4-FFF2-40B4-BE49-F238E27FC236}">
                <a16:creationId xmlns:a16="http://schemas.microsoft.com/office/drawing/2014/main" id="{DC218C63-B1E1-78F4-CF24-6991FB09C1C4}"/>
              </a:ext>
            </a:extLst>
          </p:cNvPr>
          <p:cNvSpPr>
            <a:spLocks noGrp="1"/>
          </p:cNvSpPr>
          <p:nvPr>
            <p:ph type="dt" sz="half" idx="16"/>
          </p:nvPr>
        </p:nvSpPr>
        <p:spPr/>
        <p:txBody>
          <a:bodyPr/>
          <a:lstStyle/>
          <a:p>
            <a:fld id="{D7E3ECEC-7E7B-4FB9-BAE8-5C10F12795EA}" type="datetimeFigureOut">
              <a:rPr lang="en-US" smtClean="0"/>
              <a:t>5/13/2026</a:t>
            </a:fld>
            <a:endParaRPr lang="en-US"/>
          </a:p>
        </p:txBody>
      </p:sp>
      <p:sp>
        <p:nvSpPr>
          <p:cNvPr id="10" name="Slide Number Placeholder 9">
            <a:extLst>
              <a:ext uri="{FF2B5EF4-FFF2-40B4-BE49-F238E27FC236}">
                <a16:creationId xmlns:a16="http://schemas.microsoft.com/office/drawing/2014/main" id="{BD268E9B-F4A2-5ABF-D43A-3BF4DCADB3FB}"/>
              </a:ext>
            </a:extLst>
          </p:cNvPr>
          <p:cNvSpPr>
            <a:spLocks noGrp="1"/>
          </p:cNvSpPr>
          <p:nvPr>
            <p:ph type="sldNum" sz="quarter" idx="18"/>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247215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1724" y="822961"/>
            <a:ext cx="4177554" cy="103124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1725" y="1993392"/>
            <a:ext cx="4177553" cy="4102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CD2D7B58-DFF6-BC00-8544-64FC5F7EED57}"/>
              </a:ext>
            </a:extLst>
          </p:cNvPr>
          <p:cNvSpPr>
            <a:spLocks noGrp="1"/>
          </p:cNvSpPr>
          <p:nvPr>
            <p:ph type="pic" sz="quarter" idx="15" hasCustomPrompt="1"/>
          </p:nvPr>
        </p:nvSpPr>
        <p:spPr>
          <a:xfrm>
            <a:off x="5643722" y="0"/>
            <a:ext cx="6548279" cy="6105855"/>
          </a:xfrm>
          <a:custGeom>
            <a:avLst/>
            <a:gdLst>
              <a:gd name="connsiteX0" fmla="*/ 0 w 6548279"/>
              <a:gd name="connsiteY0" fmla="*/ 0 h 6105855"/>
              <a:gd name="connsiteX1" fmla="*/ 6548279 w 6548279"/>
              <a:gd name="connsiteY1" fmla="*/ 0 h 6105855"/>
              <a:gd name="connsiteX2" fmla="*/ 6548279 w 6548279"/>
              <a:gd name="connsiteY2" fmla="*/ 6105855 h 6105855"/>
              <a:gd name="connsiteX3" fmla="*/ 501522 w 6548279"/>
              <a:gd name="connsiteY3" fmla="*/ 6105855 h 6105855"/>
              <a:gd name="connsiteX4" fmla="*/ 0 w 6548279"/>
              <a:gd name="connsiteY4" fmla="*/ 5600680 h 6105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279" h="6105855">
                <a:moveTo>
                  <a:pt x="0" y="0"/>
                </a:moveTo>
                <a:lnTo>
                  <a:pt x="6548279" y="0"/>
                </a:lnTo>
                <a:lnTo>
                  <a:pt x="6548279" y="6105855"/>
                </a:lnTo>
                <a:lnTo>
                  <a:pt x="501522" y="6105855"/>
                </a:lnTo>
                <a:cubicBezTo>
                  <a:pt x="224539" y="6105855"/>
                  <a:pt x="0" y="5879680"/>
                  <a:pt x="0" y="560068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9661403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3912" y="822960"/>
            <a:ext cx="4243345" cy="1089702"/>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03AE08AD-600E-B6CB-33D0-F11CE0529C45}"/>
              </a:ext>
            </a:extLst>
          </p:cNvPr>
          <p:cNvSpPr>
            <a:spLocks noGrp="1"/>
          </p:cNvSpPr>
          <p:nvPr>
            <p:ph type="pic" sz="quarter" idx="15" hasCustomPrompt="1"/>
          </p:nvPr>
        </p:nvSpPr>
        <p:spPr>
          <a:xfrm>
            <a:off x="1" y="765214"/>
            <a:ext cx="6559827" cy="6092786"/>
          </a:xfrm>
          <a:custGeom>
            <a:avLst/>
            <a:gdLst>
              <a:gd name="connsiteX0" fmla="*/ 0 w 6559827"/>
              <a:gd name="connsiteY0" fmla="*/ 0 h 6092786"/>
              <a:gd name="connsiteX1" fmla="*/ 6058305 w 6559827"/>
              <a:gd name="connsiteY1" fmla="*/ 0 h 6092786"/>
              <a:gd name="connsiteX2" fmla="*/ 6559827 w 6559827"/>
              <a:gd name="connsiteY2" fmla="*/ 501522 h 6092786"/>
              <a:gd name="connsiteX3" fmla="*/ 6559827 w 6559827"/>
              <a:gd name="connsiteY3" fmla="*/ 6092786 h 6092786"/>
              <a:gd name="connsiteX4" fmla="*/ 0 w 6559827"/>
              <a:gd name="connsiteY4" fmla="*/ 6092786 h 6092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9827" h="6092786">
                <a:moveTo>
                  <a:pt x="0" y="0"/>
                </a:moveTo>
                <a:lnTo>
                  <a:pt x="6058305" y="0"/>
                </a:lnTo>
                <a:cubicBezTo>
                  <a:pt x="6335288" y="0"/>
                  <a:pt x="6559827" y="224539"/>
                  <a:pt x="6559827" y="501522"/>
                </a:cubicBezTo>
                <a:lnTo>
                  <a:pt x="6559827" y="6092786"/>
                </a:lnTo>
                <a:lnTo>
                  <a:pt x="0" y="6092786"/>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3069" y="1988820"/>
            <a:ext cx="4244188" cy="41071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223069" y="6329172"/>
            <a:ext cx="2816835"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01199" y="6329172"/>
            <a:ext cx="1387589" cy="338328"/>
          </a:xfrm>
        </p:spPr>
        <p:txBody>
          <a:bodyPr/>
          <a:lstStyle>
            <a:lvl1pPr>
              <a:defRPr>
                <a:solidFill>
                  <a:schemeClr val="tx1"/>
                </a:solidFill>
                <a:effectLst/>
              </a:defRPr>
            </a:lvl1p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55096" y="6329172"/>
            <a:ext cx="454437"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462659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324"/>
            <a:ext cx="2959272" cy="1630841"/>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8096" y="2590800"/>
            <a:ext cx="2959272" cy="3505200"/>
          </a:xfrm>
        </p:spPr>
        <p:txBody>
          <a:bodyPr vert="horz" lIns="91440" tIns="45720" rIns="91440" bIns="45720" rtlCol="0">
            <a:normAutofit/>
          </a:bodyPr>
          <a:lstStyle>
            <a:lvl1pPr marL="285750" indent="-285750">
              <a:buFont typeface="Arial" panose="020B0604020202020204" pitchFamily="34" charset="0"/>
              <a:buChar char="•"/>
              <a:defRPr lang="en-US" dirty="0"/>
            </a:lvl1pPr>
            <a:lvl2pPr marL="400050" indent="-171450">
              <a:buFont typeface="Arial" panose="020B0604020202020204" pitchFamily="34" charset="0"/>
              <a:buChar char="•"/>
              <a:defRPr lang="en-US" dirty="0"/>
            </a:lvl2pPr>
            <a:lvl3pPr marL="628650" indent="-171450">
              <a:buFont typeface="Arial" panose="020B0604020202020204" pitchFamily="34" charset="0"/>
              <a:buChar char="•"/>
              <a:defRPr lang="en-US" dirty="0"/>
            </a:lvl3pPr>
            <a:lvl4pPr marL="857250" indent="-171450">
              <a:buFont typeface="Arial" panose="020B0604020202020204" pitchFamily="34" charset="0"/>
              <a:buChar char="•"/>
              <a:defRPr lang="en-US" dirty="0"/>
            </a:lvl4pPr>
            <a:lvl5pPr marL="1085850" indent="-171450">
              <a:buFont typeface="Arial" panose="020B0604020202020204" pitchFamily="34" charset="0"/>
              <a:buChar cha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68096" y="6327648"/>
            <a:ext cx="1833677"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601773" y="6318659"/>
            <a:ext cx="1092885" cy="338328"/>
          </a:xfrm>
        </p:spPr>
        <p:txBody>
          <a:bodyPr/>
          <a:lstStyle>
            <a:lvl1pPr>
              <a:defRPr>
                <a:solidFill>
                  <a:schemeClr val="tx1"/>
                </a:solidFill>
                <a:effectLst/>
              </a:defRPr>
            </a:lvl1p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694658" y="6318659"/>
            <a:ext cx="457200" cy="338328"/>
          </a:xfrm>
        </p:spPr>
        <p:txBody>
          <a:bodyPr/>
          <a:lstStyle/>
          <a:p>
            <a:fld id="{235F31FF-4816-4A7C-BAEE-4B5C41A91EB1}" type="slidenum">
              <a:rPr lang="en-US" smtClean="0"/>
              <a:t>‹#›</a:t>
            </a:fld>
            <a:endParaRPr lang="en-US"/>
          </a:p>
        </p:txBody>
      </p:sp>
      <p:sp>
        <p:nvSpPr>
          <p:cNvPr id="12" name="Picture Placeholder 11">
            <a:extLst>
              <a:ext uri="{FF2B5EF4-FFF2-40B4-BE49-F238E27FC236}">
                <a16:creationId xmlns:a16="http://schemas.microsoft.com/office/drawing/2014/main" id="{0A8E9606-29A0-9DB6-D153-C4863559DC60}"/>
              </a:ext>
            </a:extLst>
          </p:cNvPr>
          <p:cNvSpPr>
            <a:spLocks noGrp="1"/>
          </p:cNvSpPr>
          <p:nvPr>
            <p:ph type="pic" sz="quarter" idx="15" hasCustomPrompt="1"/>
          </p:nvPr>
        </p:nvSpPr>
        <p:spPr>
          <a:xfrm>
            <a:off x="4383033" y="765213"/>
            <a:ext cx="7808967" cy="6092787"/>
          </a:xfrm>
          <a:custGeom>
            <a:avLst/>
            <a:gdLst>
              <a:gd name="connsiteX0" fmla="*/ 501522 w 7808967"/>
              <a:gd name="connsiteY0" fmla="*/ 0 h 6092787"/>
              <a:gd name="connsiteX1" fmla="*/ 7808967 w 7808967"/>
              <a:gd name="connsiteY1" fmla="*/ 0 h 6092787"/>
              <a:gd name="connsiteX2" fmla="*/ 7808967 w 7808967"/>
              <a:gd name="connsiteY2" fmla="*/ 6092787 h 6092787"/>
              <a:gd name="connsiteX3" fmla="*/ 0 w 7808967"/>
              <a:gd name="connsiteY3" fmla="*/ 6092787 h 6092787"/>
              <a:gd name="connsiteX4" fmla="*/ 0 w 7808967"/>
              <a:gd name="connsiteY4" fmla="*/ 501522 h 6092787"/>
              <a:gd name="connsiteX5" fmla="*/ 501522 w 7808967"/>
              <a:gd name="connsiteY5" fmla="*/ 0 h 6092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08967" h="6092787">
                <a:moveTo>
                  <a:pt x="501522" y="0"/>
                </a:moveTo>
                <a:lnTo>
                  <a:pt x="7808967" y="0"/>
                </a:lnTo>
                <a:lnTo>
                  <a:pt x="7808967" y="6092787"/>
                </a:lnTo>
                <a:lnTo>
                  <a:pt x="0" y="6092787"/>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559167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4842437"/>
            <a:ext cx="3636745" cy="1253564"/>
          </a:xfrm>
        </p:spPr>
        <p:txBody>
          <a:bodyPr anchor="t">
            <a:noAutofit/>
          </a:bodyPr>
          <a:lstStyle>
            <a:lvl1pPr>
              <a:defRPr sz="2500"/>
            </a:lvl1pPr>
          </a:lstStyle>
          <a:p>
            <a:r>
              <a:rPr lang="en-US"/>
              <a:t>Click to edit Master title style</a:t>
            </a:r>
            <a:endParaRPr lang="en-US" dirty="0"/>
          </a:p>
        </p:txBody>
      </p:sp>
      <p:sp>
        <p:nvSpPr>
          <p:cNvPr id="9" name="Picture Placeholder 3">
            <a:extLst>
              <a:ext uri="{FF2B5EF4-FFF2-40B4-BE49-F238E27FC236}">
                <a16:creationId xmlns:a16="http://schemas.microsoft.com/office/drawing/2014/main" id="{D90D792C-BF4F-3E3A-5C82-8AA602818235}"/>
              </a:ext>
            </a:extLst>
          </p:cNvPr>
          <p:cNvSpPr>
            <a:spLocks noGrp="1"/>
          </p:cNvSpPr>
          <p:nvPr>
            <p:ph type="pic" sz="quarter" idx="15" hasCustomPrompt="1"/>
          </p:nvPr>
        </p:nvSpPr>
        <p:spPr>
          <a:xfrm>
            <a:off x="0" y="0"/>
            <a:ext cx="11468100" cy="4354140"/>
          </a:xfrm>
          <a:custGeom>
            <a:avLst/>
            <a:gdLst>
              <a:gd name="connsiteX0" fmla="*/ 0 w 11468100"/>
              <a:gd name="connsiteY0" fmla="*/ 0 h 4354140"/>
              <a:gd name="connsiteX1" fmla="*/ 11468100 w 11468100"/>
              <a:gd name="connsiteY1" fmla="*/ 0 h 4354140"/>
              <a:gd name="connsiteX2" fmla="*/ 11468100 w 11468100"/>
              <a:gd name="connsiteY2" fmla="*/ 3852618 h 4354140"/>
              <a:gd name="connsiteX3" fmla="*/ 10965387 w 11468100"/>
              <a:gd name="connsiteY3" fmla="*/ 4354140 h 4354140"/>
              <a:gd name="connsiteX4" fmla="*/ 0 w 11468100"/>
              <a:gd name="connsiteY4" fmla="*/ 4354140 h 4354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4354140">
                <a:moveTo>
                  <a:pt x="0" y="0"/>
                </a:moveTo>
                <a:lnTo>
                  <a:pt x="11468100" y="0"/>
                </a:lnTo>
                <a:lnTo>
                  <a:pt x="11468100" y="3852618"/>
                </a:lnTo>
                <a:cubicBezTo>
                  <a:pt x="11468100" y="4129601"/>
                  <a:pt x="11243028" y="4354140"/>
                  <a:pt x="10965387" y="4354140"/>
                </a:cubicBezTo>
                <a:lnTo>
                  <a:pt x="0" y="435414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89635" y="4854632"/>
            <a:ext cx="6579807" cy="139376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8593401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4095740"/>
            <a:ext cx="3242191" cy="1704459"/>
          </a:xfrm>
        </p:spPr>
        <p:txBody>
          <a:bodyPr anchor="t">
            <a:noAutofit/>
          </a:bodyPr>
          <a:lstStyle>
            <a:lvl1pPr>
              <a:defRPr sz="25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C842B8C5-7416-8C92-3E56-737867305A74}"/>
              </a:ext>
            </a:extLst>
          </p:cNvPr>
          <p:cNvSpPr>
            <a:spLocks noGrp="1"/>
          </p:cNvSpPr>
          <p:nvPr>
            <p:ph type="pic" sz="quarter" idx="15" hasCustomPrompt="1"/>
          </p:nvPr>
        </p:nvSpPr>
        <p:spPr>
          <a:xfrm>
            <a:off x="0" y="0"/>
            <a:ext cx="11468100" cy="3659602"/>
          </a:xfrm>
          <a:custGeom>
            <a:avLst/>
            <a:gdLst>
              <a:gd name="connsiteX0" fmla="*/ 0 w 11468100"/>
              <a:gd name="connsiteY0" fmla="*/ 0 h 3659602"/>
              <a:gd name="connsiteX1" fmla="*/ 11468100 w 11468100"/>
              <a:gd name="connsiteY1" fmla="*/ 0 h 3659602"/>
              <a:gd name="connsiteX2" fmla="*/ 11468100 w 11468100"/>
              <a:gd name="connsiteY2" fmla="*/ 3158080 h 3659602"/>
              <a:gd name="connsiteX3" fmla="*/ 10964923 w 11468100"/>
              <a:gd name="connsiteY3" fmla="*/ 3659602 h 3659602"/>
              <a:gd name="connsiteX4" fmla="*/ 0 w 11468100"/>
              <a:gd name="connsiteY4" fmla="*/ 3659602 h 365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659602">
                <a:moveTo>
                  <a:pt x="0" y="0"/>
                </a:moveTo>
                <a:lnTo>
                  <a:pt x="11468100" y="0"/>
                </a:lnTo>
                <a:lnTo>
                  <a:pt x="11468100" y="3158080"/>
                </a:lnTo>
                <a:cubicBezTo>
                  <a:pt x="11468100" y="3435063"/>
                  <a:pt x="11242820" y="3659602"/>
                  <a:pt x="10964923" y="3659602"/>
                </a:cubicBezTo>
                <a:lnTo>
                  <a:pt x="0" y="365960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4095740"/>
            <a:ext cx="7092745" cy="2006016"/>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4792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159974" cy="1612741"/>
          </a:xfrm>
        </p:spPr>
        <p:txBody>
          <a:bodyPr anchor="t">
            <a:noAutofit/>
          </a:bodyPr>
          <a:lstStyle>
            <a:lvl1pPr>
              <a:defRPr sz="2500"/>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C0D06C70-6C8E-0F10-743F-047DC1563DEE}"/>
              </a:ext>
            </a:extLst>
          </p:cNvPr>
          <p:cNvSpPr>
            <a:spLocks noGrp="1"/>
          </p:cNvSpPr>
          <p:nvPr>
            <p:ph type="ftr" sz="quarter" idx="17"/>
          </p:nvPr>
        </p:nvSpPr>
        <p:spPr>
          <a:xfrm>
            <a:off x="772090" y="64008"/>
            <a:ext cx="2816835" cy="338328"/>
          </a:xfrm>
        </p:spPr>
        <p:txBody>
          <a:bodyPr/>
          <a:lstStyle/>
          <a:p>
            <a:endParaRPr lang="en-US"/>
          </a:p>
        </p:txBody>
      </p:sp>
      <p:sp>
        <p:nvSpPr>
          <p:cNvPr id="3" name="Date Placeholder 2">
            <a:extLst>
              <a:ext uri="{FF2B5EF4-FFF2-40B4-BE49-F238E27FC236}">
                <a16:creationId xmlns:a16="http://schemas.microsoft.com/office/drawing/2014/main" id="{984B292A-7A06-6DDC-E8C4-EBEEF5A46C03}"/>
              </a:ext>
            </a:extLst>
          </p:cNvPr>
          <p:cNvSpPr>
            <a:spLocks noGrp="1"/>
          </p:cNvSpPr>
          <p:nvPr>
            <p:ph type="dt" sz="half" idx="16"/>
          </p:nvPr>
        </p:nvSpPr>
        <p:spPr>
          <a:xfrm>
            <a:off x="9291411" y="64008"/>
            <a:ext cx="1612674" cy="338328"/>
          </a:xfrm>
        </p:spPr>
        <p:txBody>
          <a:bodyPr/>
          <a:lstStyle/>
          <a:p>
            <a:fld id="{D7E3ECEC-7E7B-4FB9-BAE8-5C10F12795EA}" type="datetimeFigureOut">
              <a:rPr lang="en-US" smtClean="0"/>
              <a:t>5/13/2026</a:t>
            </a:fld>
            <a:endParaRPr lang="en-US"/>
          </a:p>
        </p:txBody>
      </p:sp>
      <p:sp>
        <p:nvSpPr>
          <p:cNvPr id="10" name="Slide Number Placeholder 9">
            <a:extLst>
              <a:ext uri="{FF2B5EF4-FFF2-40B4-BE49-F238E27FC236}">
                <a16:creationId xmlns:a16="http://schemas.microsoft.com/office/drawing/2014/main" id="{5D35E09C-E9FB-8393-0705-FD349F06C4C1}"/>
              </a:ext>
            </a:extLst>
          </p:cNvPr>
          <p:cNvSpPr>
            <a:spLocks noGrp="1"/>
          </p:cNvSpPr>
          <p:nvPr>
            <p:ph type="sldNum" sz="quarter" idx="18"/>
          </p:nvPr>
        </p:nvSpPr>
        <p:spPr>
          <a:xfrm>
            <a:off x="11050742" y="64008"/>
            <a:ext cx="457200" cy="338328"/>
          </a:xfrm>
        </p:spPr>
        <p:txBody>
          <a:bodyPr/>
          <a:lstStyle/>
          <a:p>
            <a:fld id="{235F31FF-4816-4A7C-BAEE-4B5C41A91EB1}"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822959"/>
            <a:ext cx="7092745" cy="199867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90B4482-E492-864A-9429-7F3F86067CBD}"/>
              </a:ext>
            </a:extLst>
          </p:cNvPr>
          <p:cNvSpPr>
            <a:spLocks noGrp="1"/>
          </p:cNvSpPr>
          <p:nvPr>
            <p:ph type="pic" sz="quarter" idx="15" hasCustomPrompt="1"/>
          </p:nvPr>
        </p:nvSpPr>
        <p:spPr>
          <a:xfrm>
            <a:off x="0" y="3268078"/>
            <a:ext cx="11468100" cy="3589922"/>
          </a:xfrm>
          <a:custGeom>
            <a:avLst/>
            <a:gdLst>
              <a:gd name="connsiteX0" fmla="*/ 0 w 11468100"/>
              <a:gd name="connsiteY0" fmla="*/ 0 h 3589922"/>
              <a:gd name="connsiteX1" fmla="*/ 10964923 w 11468100"/>
              <a:gd name="connsiteY1" fmla="*/ 0 h 3589922"/>
              <a:gd name="connsiteX2" fmla="*/ 11468100 w 11468100"/>
              <a:gd name="connsiteY2" fmla="*/ 501522 h 3589922"/>
              <a:gd name="connsiteX3" fmla="*/ 11468100 w 11468100"/>
              <a:gd name="connsiteY3" fmla="*/ 3589922 h 3589922"/>
              <a:gd name="connsiteX4" fmla="*/ 0 w 11468100"/>
              <a:gd name="connsiteY4" fmla="*/ 3589922 h 3589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3589922">
                <a:moveTo>
                  <a:pt x="0" y="0"/>
                </a:moveTo>
                <a:lnTo>
                  <a:pt x="10964923" y="0"/>
                </a:lnTo>
                <a:cubicBezTo>
                  <a:pt x="11242820" y="0"/>
                  <a:pt x="11468100" y="224539"/>
                  <a:pt x="11468100" y="501522"/>
                </a:cubicBezTo>
                <a:lnTo>
                  <a:pt x="11468100" y="3589922"/>
                </a:lnTo>
                <a:lnTo>
                  <a:pt x="0" y="3589922"/>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6914669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090" y="3316097"/>
            <a:ext cx="3242191" cy="1704459"/>
          </a:xfrm>
        </p:spPr>
        <p:txBody>
          <a:bodyPr anchor="t">
            <a:noAutofit/>
          </a:bodyPr>
          <a:lstStyle>
            <a:lvl1pPr>
              <a:defRPr sz="25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D6389053-627F-50C3-46B2-6517FF15D614}"/>
              </a:ext>
            </a:extLst>
          </p:cNvPr>
          <p:cNvSpPr>
            <a:spLocks noGrp="1"/>
          </p:cNvSpPr>
          <p:nvPr>
            <p:ph type="pic" sz="quarter" idx="15" hasCustomPrompt="1"/>
          </p:nvPr>
        </p:nvSpPr>
        <p:spPr>
          <a:xfrm>
            <a:off x="0" y="1"/>
            <a:ext cx="11468100" cy="2879959"/>
          </a:xfrm>
          <a:custGeom>
            <a:avLst/>
            <a:gdLst>
              <a:gd name="connsiteX0" fmla="*/ 0 w 11468100"/>
              <a:gd name="connsiteY0" fmla="*/ 0 h 2879959"/>
              <a:gd name="connsiteX1" fmla="*/ 11468100 w 11468100"/>
              <a:gd name="connsiteY1" fmla="*/ 0 h 2879959"/>
              <a:gd name="connsiteX2" fmla="*/ 11468100 w 11468100"/>
              <a:gd name="connsiteY2" fmla="*/ 2378437 h 2879959"/>
              <a:gd name="connsiteX3" fmla="*/ 10964923 w 11468100"/>
              <a:gd name="connsiteY3" fmla="*/ 2879959 h 2879959"/>
              <a:gd name="connsiteX4" fmla="*/ 0 w 11468100"/>
              <a:gd name="connsiteY4" fmla="*/ 2879959 h 2879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100" h="2879959">
                <a:moveTo>
                  <a:pt x="0" y="0"/>
                </a:moveTo>
                <a:lnTo>
                  <a:pt x="11468100" y="0"/>
                </a:lnTo>
                <a:lnTo>
                  <a:pt x="11468100" y="2378437"/>
                </a:lnTo>
                <a:cubicBezTo>
                  <a:pt x="11468100" y="2655420"/>
                  <a:pt x="11242820" y="2879959"/>
                  <a:pt x="10964923" y="2879959"/>
                </a:cubicBezTo>
                <a:lnTo>
                  <a:pt x="0" y="287995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75355" y="3316096"/>
            <a:ext cx="7092745" cy="285292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943917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04428"/>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F790B68-0230-A98B-796E-2C008AC2CC5D}"/>
              </a:ext>
            </a:extLst>
          </p:cNvPr>
          <p:cNvSpPr>
            <a:spLocks noGrp="1"/>
          </p:cNvSpPr>
          <p:nvPr>
            <p:ph type="pic" sz="quarter" idx="15" hasCustomPrompt="1"/>
          </p:nvPr>
        </p:nvSpPr>
        <p:spPr>
          <a:xfrm>
            <a:off x="0" y="1750092"/>
            <a:ext cx="6553940" cy="5107908"/>
          </a:xfrm>
          <a:custGeom>
            <a:avLst/>
            <a:gdLst>
              <a:gd name="connsiteX0" fmla="*/ 0 w 6553940"/>
              <a:gd name="connsiteY0" fmla="*/ 0 h 5107908"/>
              <a:gd name="connsiteX1" fmla="*/ 6118541 w 6553940"/>
              <a:gd name="connsiteY1" fmla="*/ 0 h 5107908"/>
              <a:gd name="connsiteX2" fmla="*/ 6553940 w 6553940"/>
              <a:gd name="connsiteY2" fmla="*/ 439618 h 5107908"/>
              <a:gd name="connsiteX3" fmla="*/ 6553940 w 6553940"/>
              <a:gd name="connsiteY3" fmla="*/ 5107908 h 5107908"/>
              <a:gd name="connsiteX4" fmla="*/ 0 w 6553940"/>
              <a:gd name="connsiteY4" fmla="*/ 5107908 h 5107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3940" h="5107908">
                <a:moveTo>
                  <a:pt x="0" y="0"/>
                </a:moveTo>
                <a:lnTo>
                  <a:pt x="6118541" y="0"/>
                </a:lnTo>
                <a:cubicBezTo>
                  <a:pt x="6359005" y="0"/>
                  <a:pt x="6553940" y="196824"/>
                  <a:pt x="6553940" y="439618"/>
                </a:cubicBezTo>
                <a:lnTo>
                  <a:pt x="6553940" y="5107908"/>
                </a:lnTo>
                <a:lnTo>
                  <a:pt x="0" y="5107908"/>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199994" y="1679171"/>
            <a:ext cx="4268106" cy="44930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99994" y="6389695"/>
            <a:ext cx="218382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3704" y="6389695"/>
            <a:ext cx="1625600" cy="338328"/>
          </a:xfrm>
        </p:spPr>
        <p:txBody>
          <a:body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5200" y="638969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1086835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59"/>
            <a:ext cx="4811167" cy="916991"/>
          </a:xfrm>
        </p:spPr>
        <p:txBody>
          <a:bodyPr anchor="t"/>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40936EEA-460B-E34D-8B9C-832ADF15E401}"/>
              </a:ext>
            </a:extLst>
          </p:cNvPr>
          <p:cNvSpPr>
            <a:spLocks noGrp="1"/>
          </p:cNvSpPr>
          <p:nvPr>
            <p:ph type="pic" sz="quarter" idx="15" hasCustomPrompt="1"/>
          </p:nvPr>
        </p:nvSpPr>
        <p:spPr>
          <a:xfrm>
            <a:off x="1" y="1958288"/>
            <a:ext cx="5620853" cy="4899713"/>
          </a:xfrm>
          <a:custGeom>
            <a:avLst/>
            <a:gdLst>
              <a:gd name="connsiteX0" fmla="*/ 0 w 5620853"/>
              <a:gd name="connsiteY0" fmla="*/ 0 h 4899713"/>
              <a:gd name="connsiteX1" fmla="*/ 5119331 w 5620853"/>
              <a:gd name="connsiteY1" fmla="*/ 0 h 4899713"/>
              <a:gd name="connsiteX2" fmla="*/ 5620853 w 5620853"/>
              <a:gd name="connsiteY2" fmla="*/ 501522 h 4899713"/>
              <a:gd name="connsiteX3" fmla="*/ 5620853 w 5620853"/>
              <a:gd name="connsiteY3" fmla="*/ 4899713 h 4899713"/>
              <a:gd name="connsiteX4" fmla="*/ 0 w 5620853"/>
              <a:gd name="connsiteY4" fmla="*/ 4899713 h 4899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0853" h="4899713">
                <a:moveTo>
                  <a:pt x="0" y="0"/>
                </a:moveTo>
                <a:lnTo>
                  <a:pt x="5119331" y="0"/>
                </a:lnTo>
                <a:cubicBezTo>
                  <a:pt x="5396314" y="0"/>
                  <a:pt x="5620853" y="224539"/>
                  <a:pt x="5620853" y="501522"/>
                </a:cubicBezTo>
                <a:lnTo>
                  <a:pt x="5620853" y="4899713"/>
                </a:lnTo>
                <a:lnTo>
                  <a:pt x="0" y="4899713"/>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314184" y="822960"/>
            <a:ext cx="5153915" cy="5273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311795" y="6387559"/>
            <a:ext cx="286839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31917" y="6387559"/>
            <a:ext cx="1658678" cy="338328"/>
          </a:xfrm>
        </p:spPr>
        <p:txBody>
          <a:body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5" y="6387559"/>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9346053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3383280" cy="1269365"/>
          </a:xfrm>
        </p:spPr>
        <p:txBody>
          <a:bodyPr anchor="t">
            <a:normAutofit/>
          </a:bodyPr>
          <a:lstStyle>
            <a:lvl1pPr>
              <a:defRPr sz="2500"/>
            </a:lvl1pPr>
          </a:lstStyle>
          <a:p>
            <a:r>
              <a:rPr lang="en-US"/>
              <a:t>Click to edit Master title style</a:t>
            </a:r>
            <a:endParaRPr lang="en-US" dirty="0"/>
          </a:p>
        </p:txBody>
      </p:sp>
      <p:sp>
        <p:nvSpPr>
          <p:cNvPr id="11" name="Picture Placeholder 9">
            <a:extLst>
              <a:ext uri="{FF2B5EF4-FFF2-40B4-BE49-F238E27FC236}">
                <a16:creationId xmlns:a16="http://schemas.microsoft.com/office/drawing/2014/main" id="{2E39E907-908A-148E-8CF0-2C3161E428B4}"/>
              </a:ext>
            </a:extLst>
          </p:cNvPr>
          <p:cNvSpPr>
            <a:spLocks noGrp="1"/>
          </p:cNvSpPr>
          <p:nvPr>
            <p:ph type="pic" sz="quarter" idx="15" hasCustomPrompt="1"/>
          </p:nvPr>
        </p:nvSpPr>
        <p:spPr>
          <a:xfrm>
            <a:off x="1" y="2387462"/>
            <a:ext cx="4145281" cy="4470539"/>
          </a:xfrm>
          <a:custGeom>
            <a:avLst/>
            <a:gdLst>
              <a:gd name="connsiteX0" fmla="*/ 0 w 4145281"/>
              <a:gd name="connsiteY0" fmla="*/ 0 h 4470539"/>
              <a:gd name="connsiteX1" fmla="*/ 3629230 w 4145281"/>
              <a:gd name="connsiteY1" fmla="*/ 0 h 4470539"/>
              <a:gd name="connsiteX2" fmla="*/ 4145281 w 4145281"/>
              <a:gd name="connsiteY2" fmla="*/ 516051 h 4470539"/>
              <a:gd name="connsiteX3" fmla="*/ 4145281 w 4145281"/>
              <a:gd name="connsiteY3" fmla="*/ 4470539 h 4470539"/>
              <a:gd name="connsiteX4" fmla="*/ 0 w 4145281"/>
              <a:gd name="connsiteY4" fmla="*/ 4470539 h 44705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81" h="4470539">
                <a:moveTo>
                  <a:pt x="0" y="0"/>
                </a:moveTo>
                <a:lnTo>
                  <a:pt x="3629230" y="0"/>
                </a:lnTo>
                <a:cubicBezTo>
                  <a:pt x="3914237" y="0"/>
                  <a:pt x="4145281" y="231044"/>
                  <a:pt x="4145281" y="516051"/>
                </a:cubicBezTo>
                <a:lnTo>
                  <a:pt x="4145281" y="4470539"/>
                </a:lnTo>
                <a:lnTo>
                  <a:pt x="0" y="4470539"/>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839479" y="781685"/>
            <a:ext cx="6628621" cy="53905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146266" y="6388215"/>
            <a:ext cx="296900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32999" y="6388215"/>
            <a:ext cx="2558901" cy="338328"/>
          </a:xfrm>
        </p:spPr>
        <p:txBody>
          <a:body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2323" y="6388215"/>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5748437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EF0D11-5ED9-D2C8-48DF-CDDD85CEAC2D}"/>
              </a:ext>
              <a:ext uri="{C183D7F6-B498-43B3-948B-1728B52AA6E4}">
                <adec:decorative xmlns:adec="http://schemas.microsoft.com/office/drawing/2017/decorative" val="1"/>
              </a:ext>
            </a:extLst>
          </p:cNvPr>
          <p:cNvSpPr/>
          <p:nvPr/>
        </p:nvSpPr>
        <p:spPr>
          <a:xfrm>
            <a:off x="-1524" y="0"/>
            <a:ext cx="12192000" cy="6858000"/>
          </a:xfrm>
          <a:prstGeom prst="rect">
            <a:avLst/>
          </a:prstGeom>
          <a:solidFill>
            <a:schemeClr val="accent3">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1389888" y="4809744"/>
            <a:ext cx="9345168" cy="1225296"/>
          </a:xfrm>
        </p:spPr>
        <p:txBody>
          <a:bodyPr anchor="t">
            <a:normAutofit/>
          </a:bodyPr>
          <a:lstStyle>
            <a:lvl1pPr algn="ctr">
              <a:lnSpc>
                <a:spcPct val="120000"/>
              </a:lnSpc>
              <a:defRPr sz="280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493776" y="603504"/>
            <a:ext cx="11201400" cy="4206240"/>
          </a:xfrm>
        </p:spPr>
        <p:txBody>
          <a:bodyPr anchor="b">
            <a:normAutofit/>
          </a:bodyPr>
          <a:lstStyle>
            <a:lvl1pPr marL="0" indent="0" algn="ctr">
              <a:lnSpc>
                <a:spcPct val="90000"/>
              </a:lnSpc>
              <a:buNone/>
              <a:defRPr sz="2780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1"/>
                </a:solidFill>
              </a:defRPr>
            </a:lvl1pPr>
          </a:lstStyle>
          <a:p>
            <a:fld id="{D7E3ECEC-7E7B-4FB9-BAE8-5C10F12795EA}" type="datetimeFigureOut">
              <a:rPr lang="en-US" smtClean="0"/>
              <a:t>5/13/2026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24765867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F3547126-466C-18B0-8C04-007D93615CD9}"/>
              </a:ext>
              <a:ext uri="{C183D7F6-B498-43B3-948B-1728B52AA6E4}">
                <adec:decorative xmlns:adec="http://schemas.microsoft.com/office/drawing/2017/decorative" val="1"/>
              </a:ext>
            </a:extLst>
          </p:cNvPr>
          <p:cNvSpPr/>
          <p:nvPr/>
        </p:nvSpPr>
        <p:spPr>
          <a:xfrm>
            <a:off x="0" y="-1"/>
            <a:ext cx="11208688" cy="5154130"/>
          </a:xfrm>
          <a:custGeom>
            <a:avLst/>
            <a:gdLst>
              <a:gd name="connsiteX0" fmla="*/ 0 w 11208688"/>
              <a:gd name="connsiteY0" fmla="*/ 0 h 5154130"/>
              <a:gd name="connsiteX1" fmla="*/ 11208688 w 11208688"/>
              <a:gd name="connsiteY1" fmla="*/ 0 h 5154130"/>
              <a:gd name="connsiteX2" fmla="*/ 11208688 w 11208688"/>
              <a:gd name="connsiteY2" fmla="*/ 526471 h 5154130"/>
              <a:gd name="connsiteX3" fmla="*/ 11208688 w 11208688"/>
              <a:gd name="connsiteY3" fmla="*/ 4126137 h 5154130"/>
              <a:gd name="connsiteX4" fmla="*/ 11208688 w 11208688"/>
              <a:gd name="connsiteY4" fmla="*/ 4652608 h 5154130"/>
              <a:gd name="connsiteX5" fmla="*/ 10707166 w 11208688"/>
              <a:gd name="connsiteY5" fmla="*/ 5154130 h 5154130"/>
              <a:gd name="connsiteX6" fmla="*/ 0 w 11208688"/>
              <a:gd name="connsiteY6" fmla="*/ 5154130 h 5154130"/>
              <a:gd name="connsiteX7" fmla="*/ 0 w 11208688"/>
              <a:gd name="connsiteY7" fmla="*/ 4627659 h 5154130"/>
              <a:gd name="connsiteX8" fmla="*/ 0 w 11208688"/>
              <a:gd name="connsiteY8" fmla="*/ 526471 h 515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08688" h="5154130">
                <a:moveTo>
                  <a:pt x="0" y="0"/>
                </a:moveTo>
                <a:lnTo>
                  <a:pt x="11208688" y="0"/>
                </a:lnTo>
                <a:lnTo>
                  <a:pt x="11208688" y="526471"/>
                </a:lnTo>
                <a:lnTo>
                  <a:pt x="11208688" y="4126137"/>
                </a:lnTo>
                <a:lnTo>
                  <a:pt x="11208688" y="4652608"/>
                </a:lnTo>
                <a:cubicBezTo>
                  <a:pt x="11208688" y="4929591"/>
                  <a:pt x="10984149" y="5154130"/>
                  <a:pt x="10707166" y="5154130"/>
                </a:cubicBezTo>
                <a:lnTo>
                  <a:pt x="0" y="5154130"/>
                </a:lnTo>
                <a:lnTo>
                  <a:pt x="0" y="4627659"/>
                </a:lnTo>
                <a:lnTo>
                  <a:pt x="0" y="52647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72089" y="5483352"/>
            <a:ext cx="10361130" cy="848177"/>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1015" y="684412"/>
            <a:ext cx="10592204" cy="4122998"/>
          </a:xfrm>
        </p:spPr>
        <p:txBody>
          <a:bodyPr vert="horz" lIns="91440" tIns="45720" rIns="91440" bIns="45720" rtlCol="0" anchor="b">
            <a:normAutofit/>
          </a:bodyPr>
          <a:lstStyle>
            <a:lvl1pPr marL="0" indent="0">
              <a:lnSpc>
                <a:spcPct val="90000"/>
              </a:lnSpc>
              <a:buNone/>
              <a:defRPr lang="en-US" sz="27800" spc="-200" baseline="0" dirty="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5/13/2026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686041142"/>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D0AA79A0-CEA9-1C5C-A8CA-D3F95D56333A}"/>
              </a:ext>
              <a:ext uri="{C183D7F6-B498-43B3-948B-1728B52AA6E4}">
                <adec:decorative xmlns:adec="http://schemas.microsoft.com/office/drawing/2017/decorative" val="1"/>
              </a:ext>
            </a:extLst>
          </p:cNvPr>
          <p:cNvSpPr/>
          <p:nvPr/>
        </p:nvSpPr>
        <p:spPr>
          <a:xfrm>
            <a:off x="0" y="4757010"/>
            <a:ext cx="11208688" cy="2100988"/>
          </a:xfrm>
          <a:custGeom>
            <a:avLst/>
            <a:gdLst>
              <a:gd name="connsiteX0" fmla="*/ 0 w 11208688"/>
              <a:gd name="connsiteY0" fmla="*/ 0 h 2100988"/>
              <a:gd name="connsiteX1" fmla="*/ 10707166 w 11208688"/>
              <a:gd name="connsiteY1" fmla="*/ 0 h 2100988"/>
              <a:gd name="connsiteX2" fmla="*/ 11208688 w 11208688"/>
              <a:gd name="connsiteY2" fmla="*/ 501522 h 2100988"/>
              <a:gd name="connsiteX3" fmla="*/ 11208688 w 11208688"/>
              <a:gd name="connsiteY3" fmla="*/ 2100988 h 2100988"/>
              <a:gd name="connsiteX4" fmla="*/ 0 w 11208688"/>
              <a:gd name="connsiteY4" fmla="*/ 2100988 h 2100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100988">
                <a:moveTo>
                  <a:pt x="0" y="0"/>
                </a:moveTo>
                <a:lnTo>
                  <a:pt x="10707166" y="0"/>
                </a:lnTo>
                <a:cubicBezTo>
                  <a:pt x="10984149" y="0"/>
                  <a:pt x="11208688" y="224539"/>
                  <a:pt x="11208688" y="501522"/>
                </a:cubicBezTo>
                <a:lnTo>
                  <a:pt x="11208688" y="2100988"/>
                </a:lnTo>
                <a:lnTo>
                  <a:pt x="0" y="2100988"/>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4F2C5FBA-F4AA-552B-2245-767D47272F3B}"/>
              </a:ext>
              <a:ext uri="{C183D7F6-B498-43B3-948B-1728B52AA6E4}">
                <adec:decorative xmlns:adec="http://schemas.microsoft.com/office/drawing/2017/decorative" val="1"/>
              </a:ext>
            </a:extLst>
          </p:cNvPr>
          <p:cNvSpPr/>
          <p:nvPr/>
        </p:nvSpPr>
        <p:spPr>
          <a:xfrm>
            <a:off x="0" y="1"/>
            <a:ext cx="11208688" cy="4627659"/>
          </a:xfrm>
          <a:custGeom>
            <a:avLst/>
            <a:gdLst>
              <a:gd name="connsiteX0" fmla="*/ 0 w 11208688"/>
              <a:gd name="connsiteY0" fmla="*/ 0 h 4627659"/>
              <a:gd name="connsiteX1" fmla="*/ 11208688 w 11208688"/>
              <a:gd name="connsiteY1" fmla="*/ 0 h 4627659"/>
              <a:gd name="connsiteX2" fmla="*/ 11208688 w 11208688"/>
              <a:gd name="connsiteY2" fmla="*/ 4126137 h 4627659"/>
              <a:gd name="connsiteX3" fmla="*/ 10707166 w 11208688"/>
              <a:gd name="connsiteY3" fmla="*/ 4627659 h 4627659"/>
              <a:gd name="connsiteX4" fmla="*/ 0 w 11208688"/>
              <a:gd name="connsiteY4" fmla="*/ 4627659 h 4627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4627659">
                <a:moveTo>
                  <a:pt x="0" y="0"/>
                </a:moveTo>
                <a:lnTo>
                  <a:pt x="11208688" y="0"/>
                </a:lnTo>
                <a:lnTo>
                  <a:pt x="11208688" y="4126137"/>
                </a:lnTo>
                <a:cubicBezTo>
                  <a:pt x="11208688" y="4403120"/>
                  <a:pt x="10984149" y="4627659"/>
                  <a:pt x="10707166" y="4627659"/>
                </a:cubicBezTo>
                <a:lnTo>
                  <a:pt x="0" y="462765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30760"/>
            <a:ext cx="9738852" cy="1017639"/>
          </a:xfrm>
        </p:spPr>
        <p:txBody>
          <a:bodyPr vert="horz" lIns="91440" tIns="45720" rIns="91440" bIns="45720" rtlCol="0" anchor="ctr">
            <a:normAutofit/>
          </a:bodyPr>
          <a:lstStyle>
            <a:lvl1pPr>
              <a:lnSpc>
                <a:spcPct val="100000"/>
              </a:lnSpc>
              <a:defRPr lang="en-US" sz="2600" dirty="0">
                <a:solidFill>
                  <a:schemeClr val="tx2"/>
                </a:solidFill>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49328" y="420624"/>
            <a:ext cx="10592204" cy="4112875"/>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D7E3ECEC-7E7B-4FB9-BAE8-5C10F12795EA}" type="datetimeFigureOut">
              <a:rPr lang="en-US" smtClean="0"/>
              <a:t>5/13/2026</a:t>
            </a:fld>
            <a:endParaRPr lang="en-US"/>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3532959607"/>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1"/>
      </p:bgRef>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34677EE2-225B-FA02-73B9-DFB5D013592F}"/>
              </a:ext>
              <a:ext uri="{C183D7F6-B498-43B3-948B-1728B52AA6E4}">
                <adec:decorative xmlns:adec="http://schemas.microsoft.com/office/drawing/2017/decorative" val="1"/>
              </a:ext>
            </a:extLst>
          </p:cNvPr>
          <p:cNvSpPr/>
          <p:nvPr/>
        </p:nvSpPr>
        <p:spPr>
          <a:xfrm>
            <a:off x="0" y="4783948"/>
            <a:ext cx="11208688" cy="2074052"/>
          </a:xfrm>
          <a:custGeom>
            <a:avLst/>
            <a:gdLst>
              <a:gd name="connsiteX0" fmla="*/ 0 w 11208688"/>
              <a:gd name="connsiteY0" fmla="*/ 0 h 2074052"/>
              <a:gd name="connsiteX1" fmla="*/ 10707166 w 11208688"/>
              <a:gd name="connsiteY1" fmla="*/ 0 h 2074052"/>
              <a:gd name="connsiteX2" fmla="*/ 11208688 w 11208688"/>
              <a:gd name="connsiteY2" fmla="*/ 501522 h 2074052"/>
              <a:gd name="connsiteX3" fmla="*/ 11208688 w 11208688"/>
              <a:gd name="connsiteY3" fmla="*/ 2074052 h 2074052"/>
              <a:gd name="connsiteX4" fmla="*/ 0 w 11208688"/>
              <a:gd name="connsiteY4" fmla="*/ 2074052 h 2074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08688" h="2074052">
                <a:moveTo>
                  <a:pt x="0" y="0"/>
                </a:moveTo>
                <a:lnTo>
                  <a:pt x="10707166" y="0"/>
                </a:lnTo>
                <a:cubicBezTo>
                  <a:pt x="10984149" y="0"/>
                  <a:pt x="11208688" y="224539"/>
                  <a:pt x="11208688" y="501522"/>
                </a:cubicBezTo>
                <a:lnTo>
                  <a:pt x="11208688" y="2074052"/>
                </a:lnTo>
                <a:lnTo>
                  <a:pt x="0" y="207405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768096" y="5249809"/>
            <a:ext cx="9768348" cy="1109078"/>
          </a:xfrm>
        </p:spPr>
        <p:txBody>
          <a:bodyPr vert="horz" lIns="91440" tIns="45720" rIns="91440" bIns="45720" rtlCol="0" anchor="ctr">
            <a:normAutofit/>
          </a:bodyPr>
          <a:lstStyle>
            <a:lvl1pPr>
              <a:lnSpc>
                <a:spcPct val="100000"/>
              </a:lnSpc>
              <a:defRPr lang="en-US" sz="2400" dirty="0">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39496" y="341968"/>
            <a:ext cx="11100816" cy="4334256"/>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8" name="Footer Placeholder 7">
            <a:extLst>
              <a:ext uri="{FF2B5EF4-FFF2-40B4-BE49-F238E27FC236}">
                <a16:creationId xmlns:a16="http://schemas.microsoft.com/office/drawing/2014/main" id="{881EFD95-05D4-9FAB-FCB7-D3A2AB29456D}"/>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1D5117C2-BE70-9A87-4113-2ECE3F1A43BF}"/>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5/13/2026</a:t>
            </a:fld>
            <a:endParaRPr lang="en-US"/>
          </a:p>
        </p:txBody>
      </p:sp>
      <p:sp>
        <p:nvSpPr>
          <p:cNvPr id="9" name="Slide Number Placeholder 8">
            <a:extLst>
              <a:ext uri="{FF2B5EF4-FFF2-40B4-BE49-F238E27FC236}">
                <a16:creationId xmlns:a16="http://schemas.microsoft.com/office/drawing/2014/main" id="{33776532-A6F1-5788-D1D1-3F91B5B3B7D7}"/>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51368550"/>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4CBAD94-77D4-9CC1-DE93-BFA7FA5FBBB6}"/>
              </a:ext>
              <a:ext uri="{C183D7F6-B498-43B3-948B-1728B52AA6E4}">
                <adec:decorative xmlns:adec="http://schemas.microsoft.com/office/drawing/2017/decorative" val="1"/>
              </a:ext>
            </a:extLst>
          </p:cNvPr>
          <p:cNvSpPr/>
          <p:nvPr/>
        </p:nvSpPr>
        <p:spPr>
          <a:xfrm>
            <a:off x="772090" y="0"/>
            <a:ext cx="11419910" cy="6096000"/>
          </a:xfrm>
          <a:custGeom>
            <a:avLst/>
            <a:gdLst>
              <a:gd name="connsiteX0" fmla="*/ 0 w 11419910"/>
              <a:gd name="connsiteY0" fmla="*/ 0 h 6096000"/>
              <a:gd name="connsiteX1" fmla="*/ 11419910 w 11419910"/>
              <a:gd name="connsiteY1" fmla="*/ 0 h 6096000"/>
              <a:gd name="connsiteX2" fmla="*/ 11419910 w 11419910"/>
              <a:gd name="connsiteY2" fmla="*/ 6096000 h 6096000"/>
              <a:gd name="connsiteX3" fmla="*/ 501522 w 11419910"/>
              <a:gd name="connsiteY3" fmla="*/ 6096000 h 6096000"/>
              <a:gd name="connsiteX4" fmla="*/ 0 w 11419910"/>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19910" h="6096000">
                <a:moveTo>
                  <a:pt x="0" y="0"/>
                </a:moveTo>
                <a:lnTo>
                  <a:pt x="11419910" y="0"/>
                </a:lnTo>
                <a:lnTo>
                  <a:pt x="11419910" y="6096000"/>
                </a:lnTo>
                <a:lnTo>
                  <a:pt x="501522" y="6096000"/>
                </a:lnTo>
                <a:cubicBezTo>
                  <a:pt x="224539" y="6096000"/>
                  <a:pt x="0" y="5871461"/>
                  <a:pt x="0" y="5594478"/>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0575" y="863029"/>
            <a:ext cx="9383510" cy="4685017"/>
          </a:xfrm>
        </p:spPr>
        <p:txBody>
          <a:bodyPr anchor="b">
            <a:noAutofit/>
          </a:bodyPr>
          <a:lstStyle>
            <a:lvl1pPr marL="0" indent="0">
              <a:lnSpc>
                <a:spcPct val="90000"/>
              </a:lnSpc>
              <a:buNone/>
              <a:defRPr sz="6600" b="0"/>
            </a:lvl1pPr>
            <a:lvl2pPr marL="228600" indent="0">
              <a:lnSpc>
                <a:spcPct val="90000"/>
              </a:lnSpc>
              <a:buNone/>
              <a:defRPr sz="6000" b="0"/>
            </a:lvl2pPr>
            <a:lvl3pPr marL="457200" indent="0">
              <a:lnSpc>
                <a:spcPct val="90000"/>
              </a:lnSpc>
              <a:buNone/>
              <a:defRPr sz="5400" b="0"/>
            </a:lvl3pPr>
            <a:lvl4pPr marL="685800" indent="0">
              <a:lnSpc>
                <a:spcPct val="90000"/>
              </a:lnSpc>
              <a:buNone/>
              <a:defRPr sz="4800" b="0"/>
            </a:lvl4pPr>
            <a:lvl5pPr marL="914400" indent="0">
              <a:lnSpc>
                <a:spcPct val="90000"/>
              </a:lnSpc>
              <a:buNone/>
              <a:defRPr sz="4400" b="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31128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4592" y="94592"/>
            <a:ext cx="11617947" cy="5752531"/>
          </a:xfrm>
        </p:spPr>
        <p:txBody>
          <a:bodyPr anchor="t">
            <a:noAutofit/>
          </a:bodyPr>
          <a:lstStyle>
            <a:lvl1pPr marL="0" indent="0">
              <a:lnSpc>
                <a:spcPct val="90000"/>
              </a:lnSpc>
              <a:buNone/>
              <a:defRPr sz="7200" b="0" cap="all" spc="-100" baseline="0">
                <a:solidFill>
                  <a:schemeClr val="accent1"/>
                </a:solidFill>
              </a:defRPr>
            </a:lvl1pPr>
            <a:lvl2pPr marL="228600" indent="0">
              <a:lnSpc>
                <a:spcPct val="90000"/>
              </a:lnSpc>
              <a:buNone/>
              <a:defRPr sz="7200" b="0" cap="all" spc="-100" baseline="0">
                <a:solidFill>
                  <a:schemeClr val="accent1"/>
                </a:solidFill>
              </a:defRPr>
            </a:lvl2pPr>
            <a:lvl3pPr marL="457200" indent="0">
              <a:lnSpc>
                <a:spcPct val="90000"/>
              </a:lnSpc>
              <a:buNone/>
              <a:defRPr sz="7200" b="0" cap="all" spc="-100" baseline="0">
                <a:solidFill>
                  <a:schemeClr val="accent1"/>
                </a:solidFill>
              </a:defRPr>
            </a:lvl3pPr>
            <a:lvl4pPr marL="685800" indent="0">
              <a:lnSpc>
                <a:spcPct val="90000"/>
              </a:lnSpc>
              <a:buNone/>
              <a:defRPr sz="7200" b="0" cap="all" spc="-100" baseline="0">
                <a:solidFill>
                  <a:schemeClr val="accent1"/>
                </a:solidFill>
              </a:defRPr>
            </a:lvl4pPr>
            <a:lvl5pPr marL="914400" indent="0">
              <a:lnSpc>
                <a:spcPct val="90000"/>
              </a:lnSpc>
              <a:buNone/>
              <a:defRPr sz="7200" b="0" cap="all" spc="-10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8271115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0E08BE8-EB98-F551-F5ED-FE16CE82FBB9}"/>
              </a:ext>
              <a:ext uri="{C183D7F6-B498-43B3-948B-1728B52AA6E4}">
                <adec:decorative xmlns:adec="http://schemas.microsoft.com/office/drawing/2017/decorative" val="1"/>
              </a:ext>
            </a:extLst>
          </p:cNvPr>
          <p:cNvSpPr/>
          <p:nvPr/>
        </p:nvSpPr>
        <p:spPr>
          <a:xfrm>
            <a:off x="1" y="0"/>
            <a:ext cx="11139327" cy="5821522"/>
          </a:xfrm>
          <a:custGeom>
            <a:avLst/>
            <a:gdLst>
              <a:gd name="connsiteX0" fmla="*/ 0 w 11139327"/>
              <a:gd name="connsiteY0" fmla="*/ 0 h 5821522"/>
              <a:gd name="connsiteX1" fmla="*/ 11139327 w 11139327"/>
              <a:gd name="connsiteY1" fmla="*/ 0 h 5821522"/>
              <a:gd name="connsiteX2" fmla="*/ 11139327 w 11139327"/>
              <a:gd name="connsiteY2" fmla="*/ 5320000 h 5821522"/>
              <a:gd name="connsiteX3" fmla="*/ 10637805 w 11139327"/>
              <a:gd name="connsiteY3" fmla="*/ 5821522 h 5821522"/>
              <a:gd name="connsiteX4" fmla="*/ 0 w 11139327"/>
              <a:gd name="connsiteY4" fmla="*/ 5821522 h 5821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39327" h="5821522">
                <a:moveTo>
                  <a:pt x="0" y="0"/>
                </a:moveTo>
                <a:lnTo>
                  <a:pt x="11139327" y="0"/>
                </a:lnTo>
                <a:lnTo>
                  <a:pt x="11139327" y="5320000"/>
                </a:lnTo>
                <a:cubicBezTo>
                  <a:pt x="11139327" y="5596983"/>
                  <a:pt x="10914788" y="5821522"/>
                  <a:pt x="10637805" y="5821522"/>
                </a:cubicBezTo>
                <a:lnTo>
                  <a:pt x="0" y="582152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90418" y="288194"/>
            <a:ext cx="9976207" cy="5025678"/>
          </a:xfrm>
        </p:spPr>
        <p:txBody>
          <a:bodyPr anchor="t">
            <a:noAutofit/>
          </a:bodyPr>
          <a:lstStyle>
            <a:lvl1pPr marL="0" indent="0">
              <a:lnSpc>
                <a:spcPct val="90000"/>
              </a:lnSpc>
              <a:buNone/>
              <a:defRPr sz="6600" b="0" cap="all" spc="-100" baseline="0">
                <a:solidFill>
                  <a:schemeClr val="accent1"/>
                </a:solidFill>
              </a:defRPr>
            </a:lvl1pPr>
            <a:lvl2pPr marL="228600" indent="0">
              <a:lnSpc>
                <a:spcPct val="90000"/>
              </a:lnSpc>
              <a:buNone/>
              <a:defRPr sz="6600" b="0" cap="all" spc="-100" baseline="0">
                <a:solidFill>
                  <a:schemeClr val="accent1"/>
                </a:solidFill>
              </a:defRPr>
            </a:lvl2pPr>
            <a:lvl3pPr marL="457200" indent="0">
              <a:lnSpc>
                <a:spcPct val="90000"/>
              </a:lnSpc>
              <a:buNone/>
              <a:defRPr sz="6600" b="0" cap="all" spc="-100" baseline="0">
                <a:solidFill>
                  <a:schemeClr val="accent1"/>
                </a:solidFill>
              </a:defRPr>
            </a:lvl3pPr>
            <a:lvl4pPr marL="685800" indent="0">
              <a:lnSpc>
                <a:spcPct val="90000"/>
              </a:lnSpc>
              <a:buNone/>
              <a:defRPr sz="6600" b="0" cap="all" spc="-100" baseline="0">
                <a:solidFill>
                  <a:schemeClr val="accent1"/>
                </a:solidFill>
              </a:defRPr>
            </a:lvl4pPr>
            <a:lvl5pPr marL="914400" indent="0">
              <a:lnSpc>
                <a:spcPct val="90000"/>
              </a:lnSpc>
              <a:buNone/>
              <a:defRPr sz="6600" b="0" cap="all" spc="-10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766689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4">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EAB2664E-ED20-1581-CFBA-A89627E3FD59}"/>
              </a:ext>
              <a:ext uri="{C183D7F6-B498-43B3-948B-1728B52AA6E4}">
                <adec:decorative xmlns:adec="http://schemas.microsoft.com/office/drawing/2017/decorative" val="1"/>
              </a:ext>
            </a:extLst>
          </p:cNvPr>
          <p:cNvSpPr/>
          <p:nvPr/>
        </p:nvSpPr>
        <p:spPr>
          <a:xfrm>
            <a:off x="1" y="0"/>
            <a:ext cx="10719069" cy="5585244"/>
          </a:xfrm>
          <a:custGeom>
            <a:avLst/>
            <a:gdLst>
              <a:gd name="connsiteX0" fmla="*/ 0 w 10719069"/>
              <a:gd name="connsiteY0" fmla="*/ 0 h 5585244"/>
              <a:gd name="connsiteX1" fmla="*/ 10719069 w 10719069"/>
              <a:gd name="connsiteY1" fmla="*/ 0 h 5585244"/>
              <a:gd name="connsiteX2" fmla="*/ 10719069 w 10719069"/>
              <a:gd name="connsiteY2" fmla="*/ 5083722 h 5585244"/>
              <a:gd name="connsiteX3" fmla="*/ 10217547 w 10719069"/>
              <a:gd name="connsiteY3" fmla="*/ 5585244 h 5585244"/>
              <a:gd name="connsiteX4" fmla="*/ 0 w 10719069"/>
              <a:gd name="connsiteY4" fmla="*/ 5585244 h 558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9069" h="5585244">
                <a:moveTo>
                  <a:pt x="0" y="0"/>
                </a:moveTo>
                <a:lnTo>
                  <a:pt x="10719069" y="0"/>
                </a:lnTo>
                <a:lnTo>
                  <a:pt x="10719069" y="5083722"/>
                </a:lnTo>
                <a:cubicBezTo>
                  <a:pt x="10719069" y="5360705"/>
                  <a:pt x="10494530" y="5585244"/>
                  <a:pt x="10217547" y="5585244"/>
                </a:cubicBezTo>
                <a:lnTo>
                  <a:pt x="0" y="5585244"/>
                </a:lnTo>
                <a:close/>
              </a:path>
            </a:pathLst>
          </a:cu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1515" y="606176"/>
            <a:ext cx="9339210" cy="4530904"/>
          </a:xfrm>
        </p:spPr>
        <p:txBody>
          <a:bodyPr anchor="b">
            <a:normAutofit/>
          </a:bodyPr>
          <a:lstStyle>
            <a:lvl1pPr marL="0" indent="0">
              <a:lnSpc>
                <a:spcPct val="90000"/>
              </a:lnSpc>
              <a:buNone/>
              <a:defRPr sz="6600" b="0" cap="none" baseline="0">
                <a:solidFill>
                  <a:schemeClr val="accent1"/>
                </a:solidFill>
              </a:defRPr>
            </a:lvl1pPr>
            <a:lvl2pPr marL="228600" indent="0">
              <a:lnSpc>
                <a:spcPct val="90000"/>
              </a:lnSpc>
              <a:buNone/>
              <a:defRPr sz="6000" b="0" cap="none" baseline="0">
                <a:solidFill>
                  <a:schemeClr val="accent1"/>
                </a:solidFill>
              </a:defRPr>
            </a:lvl2pPr>
            <a:lvl3pPr marL="457200" indent="0">
              <a:lnSpc>
                <a:spcPct val="90000"/>
              </a:lnSpc>
              <a:buNone/>
              <a:defRPr sz="5400" b="0" cap="none" baseline="0">
                <a:solidFill>
                  <a:schemeClr val="accent1"/>
                </a:solidFill>
              </a:defRPr>
            </a:lvl3pPr>
            <a:lvl4pPr marL="685800" indent="0">
              <a:lnSpc>
                <a:spcPct val="90000"/>
              </a:lnSpc>
              <a:buNone/>
              <a:defRPr sz="4800" b="0" cap="none" baseline="0">
                <a:solidFill>
                  <a:schemeClr val="accent1"/>
                </a:solidFill>
              </a:defRPr>
            </a:lvl4pPr>
            <a:lvl5pPr marL="914400" indent="0">
              <a:lnSpc>
                <a:spcPct val="90000"/>
              </a:lnSpc>
              <a:buNone/>
              <a:defRPr sz="4400" b="0" cap="none"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solidFill>
              </a:defRPr>
            </a:lvl1pPr>
          </a:lstStyle>
          <a:p>
            <a:fld id="{D7E3ECEC-7E7B-4FB9-BAE8-5C10F12795EA}" type="datetimeFigureOut">
              <a:rPr lang="en-US" smtClean="0"/>
              <a:t>5/13/2026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236662946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43032" y="1455226"/>
            <a:ext cx="10152770" cy="5065498"/>
          </a:xfrm>
        </p:spPr>
        <p:txBody>
          <a:bodyPr anchor="b">
            <a:normAutofit/>
          </a:bodyPr>
          <a:lstStyle>
            <a:lvl1pPr marL="0" indent="0">
              <a:lnSpc>
                <a:spcPct val="90000"/>
              </a:lnSpc>
              <a:buNone/>
              <a:defRPr sz="7200" b="0">
                <a:solidFill>
                  <a:schemeClr val="accent1"/>
                </a:solidFill>
              </a:defRPr>
            </a:lvl1pPr>
            <a:lvl2pPr marL="228600" indent="0">
              <a:lnSpc>
                <a:spcPct val="90000"/>
              </a:lnSpc>
              <a:buNone/>
              <a:defRPr sz="6600" b="0">
                <a:solidFill>
                  <a:schemeClr val="accent1"/>
                </a:solidFill>
              </a:defRPr>
            </a:lvl2pPr>
            <a:lvl3pPr marL="457200" indent="0">
              <a:lnSpc>
                <a:spcPct val="90000"/>
              </a:lnSpc>
              <a:buNone/>
              <a:defRPr sz="6000" b="0">
                <a:solidFill>
                  <a:schemeClr val="accent1"/>
                </a:solidFill>
              </a:defRPr>
            </a:lvl3pPr>
            <a:lvl4pPr marL="685800" indent="0">
              <a:lnSpc>
                <a:spcPct val="90000"/>
              </a:lnSpc>
              <a:buNone/>
              <a:defRPr sz="5400" b="0">
                <a:solidFill>
                  <a:schemeClr val="accent1"/>
                </a:solidFill>
              </a:defRPr>
            </a:lvl4pPr>
            <a:lvl5pPr marL="914400" indent="0">
              <a:lnSpc>
                <a:spcPct val="90000"/>
              </a:lnSpc>
              <a:buNone/>
              <a:defRPr sz="48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68096" y="64008"/>
            <a:ext cx="3569995" cy="338328"/>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91411" y="64008"/>
            <a:ext cx="1612674" cy="338328"/>
          </a:xfrm>
        </p:spPr>
        <p:txBody>
          <a:bodyPr/>
          <a:lstStyle/>
          <a:p>
            <a:fld id="{D7E3ECEC-7E7B-4FB9-BAE8-5C10F12795EA}" type="datetimeFigureOut">
              <a:rPr lang="en-US" smtClean="0"/>
              <a:t>5/13/2026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55096" y="64008"/>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41609952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3">
            <a:alpha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72090" y="5085707"/>
            <a:ext cx="8968722" cy="757309"/>
          </a:xfrm>
        </p:spPr>
        <p:txBody>
          <a:bodyPr anchor="t">
            <a:normAutofit/>
          </a:bodyPr>
          <a:lstStyle>
            <a:lvl1pPr>
              <a:lnSpc>
                <a:spcPct val="120000"/>
              </a:lnSpc>
              <a:defRPr sz="160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821934"/>
            <a:ext cx="8968722" cy="3742116"/>
          </a:xfrm>
        </p:spPr>
        <p:txBody>
          <a:bodyPr anchor="t">
            <a:normAutofit/>
          </a:bodyPr>
          <a:lstStyle>
            <a:lvl1pPr marL="137160" indent="-137160">
              <a:lnSpc>
                <a:spcPct val="100000"/>
              </a:lnSpc>
              <a:spcBef>
                <a:spcPts val="0"/>
              </a:spcBef>
              <a:buNone/>
              <a:defRPr sz="6000">
                <a:solidFill>
                  <a:schemeClr val="accent1"/>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379772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8096" y="4965192"/>
            <a:ext cx="9841113" cy="1289304"/>
          </a:xfrm>
        </p:spPr>
        <p:txBody>
          <a:bodyPr anchor="ctr">
            <a:normAutofit/>
          </a:bodyPr>
          <a:lstStyle>
            <a:lvl1pPr>
              <a:lnSpc>
                <a:spcPct val="120000"/>
              </a:lnSpc>
              <a:defRPr sz="1800" b="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72090" y="729465"/>
            <a:ext cx="9841114" cy="3814182"/>
          </a:xfrm>
        </p:spPr>
        <p:txBody>
          <a:bodyPr anchor="t">
            <a:normAutofit/>
          </a:bodyPr>
          <a:lstStyle>
            <a:lvl1pPr marL="137160" indent="-137160">
              <a:lnSpc>
                <a:spcPct val="90000"/>
              </a:lnSpc>
              <a:spcBef>
                <a:spcPts val="0"/>
              </a:spcBef>
              <a:buNone/>
              <a:defRPr sz="7200">
                <a:solidFill>
                  <a:schemeClr val="accent1"/>
                </a:solidFill>
                <a:latin typeface="+mj-lt"/>
              </a:defRPr>
            </a:lvl1pPr>
          </a:lstStyle>
          <a:p>
            <a:pPr lvl="0"/>
            <a:r>
              <a:rPr lang="en-US" dirty="0"/>
              <a:t>Click to edit Quote</a:t>
            </a:r>
          </a:p>
        </p:txBody>
      </p:sp>
      <p:sp>
        <p:nvSpPr>
          <p:cNvPr id="9" name="Footer Placeholder 8">
            <a:extLst>
              <a:ext uri="{FF2B5EF4-FFF2-40B4-BE49-F238E27FC236}">
                <a16:creationId xmlns:a16="http://schemas.microsoft.com/office/drawing/2014/main" id="{A8AE5996-C1E5-AFF0-1C20-EFDC8711799D}"/>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1554EA42-18F1-82AE-02C3-B2B2A57AD709}"/>
              </a:ext>
            </a:extLst>
          </p:cNvPr>
          <p:cNvSpPr>
            <a:spLocks noGrp="1"/>
          </p:cNvSpPr>
          <p:nvPr>
            <p:ph type="dt" sz="half" idx="14"/>
          </p:nvPr>
        </p:nvSpPr>
        <p:spPr/>
        <p:txBody>
          <a:bodyPr/>
          <a:lstStyle/>
          <a:p>
            <a:fld id="{D7E3ECEC-7E7B-4FB9-BAE8-5C10F12795EA}" type="datetimeFigureOut">
              <a:rPr lang="en-US" smtClean="0"/>
              <a:t>5/13/2026</a:t>
            </a:fld>
            <a:endParaRPr lang="en-US"/>
          </a:p>
        </p:txBody>
      </p:sp>
      <p:sp>
        <p:nvSpPr>
          <p:cNvPr id="10" name="Slide Number Placeholder 9">
            <a:extLst>
              <a:ext uri="{FF2B5EF4-FFF2-40B4-BE49-F238E27FC236}">
                <a16:creationId xmlns:a16="http://schemas.microsoft.com/office/drawing/2014/main" id="{4A8ACF18-7D60-FEE3-1B8D-6E5F51611A84}"/>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55012340"/>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243F357D-01B6-71AD-58FF-26C551B8D6F8}"/>
              </a:ext>
              <a:ext uri="{C183D7F6-B498-43B3-948B-1728B52AA6E4}">
                <adec:decorative xmlns:adec="http://schemas.microsoft.com/office/drawing/2017/decorative" val="1"/>
              </a:ext>
            </a:extLst>
          </p:cNvPr>
          <p:cNvSpPr/>
          <p:nvPr/>
        </p:nvSpPr>
        <p:spPr>
          <a:xfrm rot="10800000" flipH="1">
            <a:off x="0" y="5155892"/>
            <a:ext cx="11468099" cy="1702107"/>
          </a:xfrm>
          <a:custGeom>
            <a:avLst/>
            <a:gdLst>
              <a:gd name="connsiteX0" fmla="*/ 10322569 w 10836926"/>
              <a:gd name="connsiteY0" fmla="*/ 1702107 h 1702107"/>
              <a:gd name="connsiteX1" fmla="*/ 0 w 10836926"/>
              <a:gd name="connsiteY1" fmla="*/ 1702107 h 1702107"/>
              <a:gd name="connsiteX2" fmla="*/ 0 w 10836926"/>
              <a:gd name="connsiteY2" fmla="*/ 0 h 1702107"/>
              <a:gd name="connsiteX3" fmla="*/ 10836926 w 10836926"/>
              <a:gd name="connsiteY3" fmla="*/ 0 h 1702107"/>
              <a:gd name="connsiteX4" fmla="*/ 10836926 w 10836926"/>
              <a:gd name="connsiteY4" fmla="*/ 1187751 h 1702107"/>
              <a:gd name="connsiteX5" fmla="*/ 10322569 w 10836926"/>
              <a:gd name="connsiteY5" fmla="*/ 1702107 h 1702107"/>
              <a:gd name="connsiteX0" fmla="*/ 10990389 w 11504746"/>
              <a:gd name="connsiteY0" fmla="*/ 1702107 h 1702107"/>
              <a:gd name="connsiteX1" fmla="*/ 0 w 11504746"/>
              <a:gd name="connsiteY1" fmla="*/ 1702107 h 1702107"/>
              <a:gd name="connsiteX2" fmla="*/ 667820 w 11504746"/>
              <a:gd name="connsiteY2" fmla="*/ 0 h 1702107"/>
              <a:gd name="connsiteX3" fmla="*/ 11504746 w 11504746"/>
              <a:gd name="connsiteY3" fmla="*/ 0 h 1702107"/>
              <a:gd name="connsiteX4" fmla="*/ 11504746 w 11504746"/>
              <a:gd name="connsiteY4" fmla="*/ 1187751 h 1702107"/>
              <a:gd name="connsiteX5" fmla="*/ 10990389 w 11504746"/>
              <a:gd name="connsiteY5" fmla="*/ 1702107 h 1702107"/>
              <a:gd name="connsiteX0" fmla="*/ 11000664 w 11515021"/>
              <a:gd name="connsiteY0" fmla="*/ 1702107 h 1702107"/>
              <a:gd name="connsiteX1" fmla="*/ 10275 w 11515021"/>
              <a:gd name="connsiteY1" fmla="*/ 1702107 h 1702107"/>
              <a:gd name="connsiteX2" fmla="*/ 0 w 11515021"/>
              <a:gd name="connsiteY2" fmla="*/ 0 h 1702107"/>
              <a:gd name="connsiteX3" fmla="*/ 11515021 w 11515021"/>
              <a:gd name="connsiteY3" fmla="*/ 0 h 1702107"/>
              <a:gd name="connsiteX4" fmla="*/ 11515021 w 11515021"/>
              <a:gd name="connsiteY4" fmla="*/ 1187751 h 1702107"/>
              <a:gd name="connsiteX5" fmla="*/ 11000664 w 11515021"/>
              <a:gd name="connsiteY5" fmla="*/ 1702107 h 1702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15021" h="1702107">
                <a:moveTo>
                  <a:pt x="11000664" y="1702107"/>
                </a:moveTo>
                <a:lnTo>
                  <a:pt x="10275" y="1702107"/>
                </a:lnTo>
                <a:lnTo>
                  <a:pt x="0" y="0"/>
                </a:lnTo>
                <a:lnTo>
                  <a:pt x="11515021" y="0"/>
                </a:lnTo>
                <a:lnTo>
                  <a:pt x="11515021" y="1187751"/>
                </a:lnTo>
                <a:cubicBezTo>
                  <a:pt x="11515021" y="1471822"/>
                  <a:pt x="11284736" y="1702107"/>
                  <a:pt x="11000664" y="1702107"/>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1438381" y="5684948"/>
            <a:ext cx="9060691" cy="643997"/>
          </a:xfrm>
        </p:spPr>
        <p:txBody>
          <a:bodyPr anchor="ctr">
            <a:normAutofit/>
          </a:bodyPr>
          <a:lstStyle>
            <a:lvl1pPr algn="r">
              <a:lnSpc>
                <a:spcPct val="120000"/>
              </a:lnSpc>
              <a:defRPr sz="160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1438382" y="1027417"/>
            <a:ext cx="9060691" cy="3400746"/>
          </a:xfrm>
        </p:spPr>
        <p:txBody>
          <a:bodyPr anchor="ctr">
            <a:normAutofit/>
          </a:bodyPr>
          <a:lstStyle>
            <a:lvl1pPr marL="137160" indent="-137160">
              <a:lnSpc>
                <a:spcPct val="100000"/>
              </a:lnSpc>
              <a:spcBef>
                <a:spcPts val="0"/>
              </a:spcBef>
              <a:buNone/>
              <a:defRPr sz="4800">
                <a:solidFill>
                  <a:schemeClr val="accent1"/>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a:xfrm>
            <a:off x="772090" y="6382512"/>
            <a:ext cx="2816835" cy="338328"/>
          </a:xfrm>
        </p:spPr>
        <p:txBody>
          <a:bodyPr/>
          <a:lstStyle/>
          <a:p>
            <a:endParaRPr lang="en-US"/>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a:xfrm>
            <a:off x="9291411" y="6382512"/>
            <a:ext cx="1612674" cy="338328"/>
          </a:xfrm>
        </p:spPr>
        <p:txBody>
          <a:bodyPr/>
          <a:lstStyle/>
          <a:p>
            <a:fld id="{D7E3ECEC-7E7B-4FB9-BAE8-5C10F12795EA}" type="datetimeFigureOut">
              <a:rPr lang="en-US" smtClean="0"/>
              <a:t>5/13/2026</a:t>
            </a:fld>
            <a:endParaRPr lang="en-US"/>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408640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4">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DA777E9-52E4-B265-D19D-C179BB567FA4}"/>
              </a:ext>
              <a:ext uri="{C183D7F6-B498-43B3-948B-1728B52AA6E4}">
                <adec:decorative xmlns:adec="http://schemas.microsoft.com/office/drawing/2017/decorative" val="1"/>
              </a:ext>
            </a:extLst>
          </p:cNvPr>
          <p:cNvSpPr/>
          <p:nvPr/>
        </p:nvSpPr>
        <p:spPr>
          <a:xfrm>
            <a:off x="0" y="0"/>
            <a:ext cx="10809939" cy="5148072"/>
          </a:xfrm>
          <a:custGeom>
            <a:avLst/>
            <a:gdLst>
              <a:gd name="connsiteX0" fmla="*/ 0 w 10809939"/>
              <a:gd name="connsiteY0" fmla="*/ 0 h 5148072"/>
              <a:gd name="connsiteX1" fmla="*/ 10809939 w 10809939"/>
              <a:gd name="connsiteY1" fmla="*/ 0 h 5148072"/>
              <a:gd name="connsiteX2" fmla="*/ 10809939 w 10809939"/>
              <a:gd name="connsiteY2" fmla="*/ 4646550 h 5148072"/>
              <a:gd name="connsiteX3" fmla="*/ 10308417 w 10809939"/>
              <a:gd name="connsiteY3" fmla="*/ 5148072 h 5148072"/>
              <a:gd name="connsiteX4" fmla="*/ 0 w 10809939"/>
              <a:gd name="connsiteY4" fmla="*/ 5148072 h 51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148072">
                <a:moveTo>
                  <a:pt x="0" y="0"/>
                </a:moveTo>
                <a:lnTo>
                  <a:pt x="10809939" y="0"/>
                </a:lnTo>
                <a:lnTo>
                  <a:pt x="10809939" y="4646550"/>
                </a:lnTo>
                <a:cubicBezTo>
                  <a:pt x="10809939" y="4923533"/>
                  <a:pt x="10585400" y="5148072"/>
                  <a:pt x="10308417" y="5148072"/>
                </a:cubicBezTo>
                <a:lnTo>
                  <a:pt x="0" y="5148072"/>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767446" y="5518298"/>
            <a:ext cx="8964384" cy="818494"/>
          </a:xfrm>
        </p:spPr>
        <p:txBody>
          <a:bodyPr anchor="ctr">
            <a:normAutofit/>
          </a:bodyPr>
          <a:lstStyle>
            <a:lvl1pPr>
              <a:lnSpc>
                <a:spcPct val="120000"/>
              </a:lnSpc>
              <a:defRPr sz="1600" b="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7446" y="750013"/>
            <a:ext cx="8733760" cy="3800721"/>
          </a:xfrm>
        </p:spPr>
        <p:txBody>
          <a:bodyPr anchor="t">
            <a:normAutofit/>
          </a:bodyPr>
          <a:lstStyle>
            <a:lvl1pPr marL="137160" indent="-137160">
              <a:lnSpc>
                <a:spcPct val="90000"/>
              </a:lnSpc>
              <a:spcBef>
                <a:spcPts val="0"/>
              </a:spcBef>
              <a:buNone/>
              <a:defRPr sz="5400">
                <a:solidFill>
                  <a:schemeClr val="accent1"/>
                </a:solidFill>
                <a:latin typeface="+mj-lt"/>
              </a:defRPr>
            </a:lvl1pPr>
          </a:lstStyle>
          <a:p>
            <a:pPr lvl="0"/>
            <a:r>
              <a:rPr lang="en-US" dirty="0"/>
              <a:t>Click to edit Quote</a:t>
            </a:r>
          </a:p>
        </p:txBody>
      </p:sp>
      <p:sp>
        <p:nvSpPr>
          <p:cNvPr id="8" name="Footer Placeholder 7">
            <a:extLst>
              <a:ext uri="{FF2B5EF4-FFF2-40B4-BE49-F238E27FC236}">
                <a16:creationId xmlns:a16="http://schemas.microsoft.com/office/drawing/2014/main" id="{0AD62116-941C-252B-AE63-2508CE4FDD3F}"/>
              </a:ext>
            </a:extLst>
          </p:cNvPr>
          <p:cNvSpPr>
            <a:spLocks noGrp="1"/>
          </p:cNvSpPr>
          <p:nvPr>
            <p:ph type="ftr" sz="quarter" idx="15"/>
          </p:nvPr>
        </p:nvSpPr>
        <p:spPr>
          <a:xfrm>
            <a:off x="772090" y="6382512"/>
            <a:ext cx="2816835" cy="338328"/>
          </a:xfrm>
        </p:spPr>
        <p:txBody>
          <a:bodyPr/>
          <a:lstStyle/>
          <a:p>
            <a:endParaRPr lang="en-US"/>
          </a:p>
        </p:txBody>
      </p:sp>
      <p:sp>
        <p:nvSpPr>
          <p:cNvPr id="6" name="Date Placeholder 5">
            <a:extLst>
              <a:ext uri="{FF2B5EF4-FFF2-40B4-BE49-F238E27FC236}">
                <a16:creationId xmlns:a16="http://schemas.microsoft.com/office/drawing/2014/main" id="{23547C88-24DC-DAA1-274D-9715ED6805BC}"/>
              </a:ext>
            </a:extLst>
          </p:cNvPr>
          <p:cNvSpPr>
            <a:spLocks noGrp="1"/>
          </p:cNvSpPr>
          <p:nvPr>
            <p:ph type="dt" sz="half" idx="14"/>
          </p:nvPr>
        </p:nvSpPr>
        <p:spPr>
          <a:xfrm>
            <a:off x="9291411" y="6382512"/>
            <a:ext cx="1612674" cy="338328"/>
          </a:xfrm>
        </p:spPr>
        <p:txBody>
          <a:bodyPr/>
          <a:lstStyle/>
          <a:p>
            <a:fld id="{D7E3ECEC-7E7B-4FB9-BAE8-5C10F12795EA}" type="datetimeFigureOut">
              <a:rPr lang="en-US" smtClean="0"/>
              <a:t>5/13/2026</a:t>
            </a:fld>
            <a:endParaRPr lang="en-US"/>
          </a:p>
        </p:txBody>
      </p:sp>
      <p:sp>
        <p:nvSpPr>
          <p:cNvPr id="10" name="Slide Number Placeholder 9">
            <a:extLst>
              <a:ext uri="{FF2B5EF4-FFF2-40B4-BE49-F238E27FC236}">
                <a16:creationId xmlns:a16="http://schemas.microsoft.com/office/drawing/2014/main" id="{A921AC9D-428B-1CE3-499F-1289B47D5F26}"/>
              </a:ext>
            </a:extLst>
          </p:cNvPr>
          <p:cNvSpPr>
            <a:spLocks noGrp="1"/>
          </p:cNvSpPr>
          <p:nvPr>
            <p:ph type="sldNum" sz="quarter" idx="16"/>
          </p:nvPr>
        </p:nvSpPr>
        <p:spPr>
          <a:xfrm>
            <a:off x="11050742" y="6382512"/>
            <a:ext cx="457200" cy="338328"/>
          </a:xfrm>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682167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3">
            <a:alpha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EBA2EC2-4347-818C-501D-DEEA9CA0D13B}"/>
              </a:ext>
              <a:ext uri="{C183D7F6-B498-43B3-948B-1728B52AA6E4}">
                <adec:decorative xmlns:adec="http://schemas.microsoft.com/office/drawing/2017/decorative" val="1"/>
              </a:ext>
            </a:extLst>
          </p:cNvPr>
          <p:cNvSpPr/>
          <p:nvPr/>
        </p:nvSpPr>
        <p:spPr>
          <a:xfrm>
            <a:off x="1" y="-1"/>
            <a:ext cx="10809939" cy="5617255"/>
          </a:xfrm>
          <a:custGeom>
            <a:avLst/>
            <a:gdLst>
              <a:gd name="connsiteX0" fmla="*/ 0 w 10809939"/>
              <a:gd name="connsiteY0" fmla="*/ 0 h 5638868"/>
              <a:gd name="connsiteX1" fmla="*/ 10809939 w 10809939"/>
              <a:gd name="connsiteY1" fmla="*/ 0 h 5638868"/>
              <a:gd name="connsiteX2" fmla="*/ 10809939 w 10809939"/>
              <a:gd name="connsiteY2" fmla="*/ 5116914 h 5638868"/>
              <a:gd name="connsiteX3" fmla="*/ 10287986 w 10809939"/>
              <a:gd name="connsiteY3" fmla="*/ 5638868 h 5638868"/>
              <a:gd name="connsiteX4" fmla="*/ 0 w 10809939"/>
              <a:gd name="connsiteY4" fmla="*/ 5638868 h 563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9939" h="5638868">
                <a:moveTo>
                  <a:pt x="0" y="0"/>
                </a:moveTo>
                <a:lnTo>
                  <a:pt x="10809939" y="0"/>
                </a:lnTo>
                <a:lnTo>
                  <a:pt x="10809939" y="5116914"/>
                </a:lnTo>
                <a:cubicBezTo>
                  <a:pt x="10809939" y="5405181"/>
                  <a:pt x="10576253" y="5638868"/>
                  <a:pt x="10287986" y="5638868"/>
                </a:cubicBezTo>
                <a:lnTo>
                  <a:pt x="0" y="5638868"/>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2876765" y="4318612"/>
            <a:ext cx="7364515" cy="996027"/>
          </a:xfrm>
        </p:spPr>
        <p:txBody>
          <a:bodyPr anchor="ctr">
            <a:normAutofit/>
          </a:bodyPr>
          <a:lstStyle>
            <a:lvl1pPr algn="r">
              <a:lnSpc>
                <a:spcPct val="120000"/>
              </a:lnSpc>
              <a:defRPr sz="1400" b="0" spc="100"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768096" y="647700"/>
            <a:ext cx="9473184" cy="3670912"/>
          </a:xfrm>
        </p:spPr>
        <p:txBody>
          <a:bodyPr anchor="ctr">
            <a:normAutofit/>
          </a:bodyPr>
          <a:lstStyle>
            <a:lvl1pPr marL="137160" indent="-137160">
              <a:lnSpc>
                <a:spcPct val="100000"/>
              </a:lnSpc>
              <a:spcBef>
                <a:spcPts val="0"/>
              </a:spcBef>
              <a:buNone/>
              <a:defRPr sz="4800">
                <a:solidFill>
                  <a:schemeClr val="tx2"/>
                </a:solidFill>
                <a:latin typeface="+mj-lt"/>
              </a:defRPr>
            </a:lvl1pPr>
          </a:lstStyle>
          <a:p>
            <a:pPr lvl="0"/>
            <a:r>
              <a:rPr lang="en-US" dirty="0"/>
              <a:t>Click to edit Quote</a:t>
            </a:r>
          </a:p>
        </p:txBody>
      </p:sp>
      <p:sp>
        <p:nvSpPr>
          <p:cNvPr id="12" name="Footer Placeholder 11">
            <a:extLst>
              <a:ext uri="{FF2B5EF4-FFF2-40B4-BE49-F238E27FC236}">
                <a16:creationId xmlns:a16="http://schemas.microsoft.com/office/drawing/2014/main" id="{B68D110F-CED3-F33A-EDD7-57811187B5A8}"/>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1BE1F328-2362-9468-2593-BAF90BE9CEB0}"/>
              </a:ext>
            </a:extLst>
          </p:cNvPr>
          <p:cNvSpPr>
            <a:spLocks noGrp="1"/>
          </p:cNvSpPr>
          <p:nvPr>
            <p:ph type="dt" sz="half" idx="14"/>
          </p:nvPr>
        </p:nvSpPr>
        <p:spPr/>
        <p:txBody>
          <a:bodyPr/>
          <a:lstStyle/>
          <a:p>
            <a:fld id="{D7E3ECEC-7E7B-4FB9-BAE8-5C10F12795EA}" type="datetimeFigureOut">
              <a:rPr lang="en-US" smtClean="0"/>
              <a:t>5/13/2026</a:t>
            </a:fld>
            <a:endParaRPr lang="en-US"/>
          </a:p>
        </p:txBody>
      </p:sp>
      <p:sp>
        <p:nvSpPr>
          <p:cNvPr id="13" name="Slide Number Placeholder 12">
            <a:extLst>
              <a:ext uri="{FF2B5EF4-FFF2-40B4-BE49-F238E27FC236}">
                <a16:creationId xmlns:a16="http://schemas.microsoft.com/office/drawing/2014/main" id="{DADE9A5F-3A0A-29A6-E008-BCCF7C3761BD}"/>
              </a:ext>
            </a:extLst>
          </p:cNvPr>
          <p:cNvSpPr>
            <a:spLocks noGrp="1"/>
          </p:cNvSpPr>
          <p:nvPr>
            <p:ph type="sldNum" sz="quarter" idx="16"/>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124330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 y="822960"/>
            <a:ext cx="10706100" cy="674908"/>
          </a:xfrm>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4B07B2D7-7718-3EA4-C727-BB98633A6739}"/>
              </a:ext>
            </a:extLst>
          </p:cNvPr>
          <p:cNvSpPr>
            <a:spLocks noGrp="1"/>
          </p:cNvSpPr>
          <p:nvPr>
            <p:ph sz="quarter" idx="15"/>
          </p:nvPr>
        </p:nvSpPr>
        <p:spPr>
          <a:xfrm>
            <a:off x="762000" y="1802352"/>
            <a:ext cx="5070020"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EB1D51A5-7ABE-E37E-E3A4-3AF4A8448510}"/>
              </a:ext>
            </a:extLst>
          </p:cNvPr>
          <p:cNvSpPr>
            <a:spLocks noGrp="1"/>
          </p:cNvSpPr>
          <p:nvPr>
            <p:ph sz="quarter" idx="16"/>
          </p:nvPr>
        </p:nvSpPr>
        <p:spPr>
          <a:xfrm>
            <a:off x="6394099" y="1802352"/>
            <a:ext cx="5070021" cy="4293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7921953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70626" y="822960"/>
            <a:ext cx="10697475" cy="550367"/>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65379"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E49B3C-8832-0263-2ACE-16444014FC2C}"/>
              </a:ext>
            </a:extLst>
          </p:cNvPr>
          <p:cNvSpPr>
            <a:spLocks noGrp="1"/>
          </p:cNvSpPr>
          <p:nvPr>
            <p:ph sz="quarter" idx="15"/>
          </p:nvPr>
        </p:nvSpPr>
        <p:spPr>
          <a:xfrm>
            <a:off x="765825" y="2020888"/>
            <a:ext cx="5086349"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086659"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F5D88C15-4359-3F27-9B17-CB9581414F72}"/>
              </a:ext>
            </a:extLst>
          </p:cNvPr>
          <p:cNvSpPr>
            <a:spLocks noGrp="1"/>
          </p:cNvSpPr>
          <p:nvPr>
            <p:ph sz="quarter" idx="16"/>
          </p:nvPr>
        </p:nvSpPr>
        <p:spPr>
          <a:xfrm>
            <a:off x="6381751" y="2020888"/>
            <a:ext cx="5086350" cy="4227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432967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70626" y="822960"/>
            <a:ext cx="10698480" cy="828594"/>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566478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306862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68096" y="822960"/>
            <a:ext cx="3195484" cy="1504164"/>
          </a:xfrm>
        </p:spPr>
        <p:txBody>
          <a:bodyPr anchor="t">
            <a:normAutofit/>
          </a:bodyPr>
          <a:lstStyle>
            <a:lvl1pPr>
              <a:defRPr sz="2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68096" y="2311121"/>
            <a:ext cx="3195484" cy="3784879"/>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99805" y="836762"/>
            <a:ext cx="6568296" cy="525923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40588739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72091" y="822960"/>
            <a:ext cx="3041598" cy="1968931"/>
          </a:xfrm>
        </p:spPr>
        <p:txBody>
          <a:bodyPr anchor="t">
            <a:normAutofit/>
          </a:bodyPr>
          <a:lstStyle>
            <a:lvl1pPr>
              <a:defRPr sz="2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68096" y="3147059"/>
            <a:ext cx="3041597" cy="2762035"/>
          </a:xfrm>
        </p:spPr>
        <p:txBody>
          <a:bodyPr vert="horz" lIns="91440" tIns="45720" rIns="91440" bIns="45720" rtlCol="0" anchor="b">
            <a:normAutofit/>
          </a:bodyPr>
          <a:lstStyle>
            <a:lvl1pPr marL="0" indent="0">
              <a:buNone/>
              <a:defRPr lang="en-US" sz="1600" dirty="0"/>
            </a:lvl1pPr>
          </a:lstStyle>
          <a:p>
            <a:pPr lvl="0"/>
            <a:r>
              <a:rPr lang="en-US"/>
              <a:t>Click to edit Master text styles</a:t>
            </a:r>
          </a:p>
        </p:txBody>
      </p:sp>
      <p:sp>
        <p:nvSpPr>
          <p:cNvPr id="9" name="Picture Placeholder 9">
            <a:extLst>
              <a:ext uri="{FF2B5EF4-FFF2-40B4-BE49-F238E27FC236}">
                <a16:creationId xmlns:a16="http://schemas.microsoft.com/office/drawing/2014/main" id="{75E80A04-FEAF-D5E8-F208-D79F5852407B}"/>
              </a:ext>
            </a:extLst>
          </p:cNvPr>
          <p:cNvSpPr>
            <a:spLocks noGrp="1"/>
          </p:cNvSpPr>
          <p:nvPr>
            <p:ph type="pic" sz="quarter" idx="13" hasCustomPrompt="1"/>
          </p:nvPr>
        </p:nvSpPr>
        <p:spPr>
          <a:xfrm>
            <a:off x="4502844" y="0"/>
            <a:ext cx="7689157" cy="6096000"/>
          </a:xfrm>
          <a:custGeom>
            <a:avLst/>
            <a:gdLst>
              <a:gd name="connsiteX0" fmla="*/ 0 w 7689157"/>
              <a:gd name="connsiteY0" fmla="*/ 0 h 6096000"/>
              <a:gd name="connsiteX1" fmla="*/ 7689157 w 7689157"/>
              <a:gd name="connsiteY1" fmla="*/ 0 h 6096000"/>
              <a:gd name="connsiteX2" fmla="*/ 7689157 w 7689157"/>
              <a:gd name="connsiteY2" fmla="*/ 6096000 h 6096000"/>
              <a:gd name="connsiteX3" fmla="*/ 501522 w 7689157"/>
              <a:gd name="connsiteY3" fmla="*/ 6096000 h 6096000"/>
              <a:gd name="connsiteX4" fmla="*/ 0 w 7689157"/>
              <a:gd name="connsiteY4" fmla="*/ 559447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096000">
                <a:moveTo>
                  <a:pt x="0" y="0"/>
                </a:moveTo>
                <a:lnTo>
                  <a:pt x="7689157" y="0"/>
                </a:lnTo>
                <a:lnTo>
                  <a:pt x="7689157" y="6096000"/>
                </a:lnTo>
                <a:lnTo>
                  <a:pt x="501522" y="6096000"/>
                </a:lnTo>
                <a:cubicBezTo>
                  <a:pt x="224539" y="6096000"/>
                  <a:pt x="0" y="5871461"/>
                  <a:pt x="0" y="5594478"/>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5806473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6492530-7F0F-7B93-27A9-6F68FAF54390}"/>
              </a:ext>
              <a:ext uri="{C183D7F6-B498-43B3-948B-1728B52AA6E4}">
                <adec:decorative xmlns:adec="http://schemas.microsoft.com/office/drawing/2017/decorative" val="1"/>
              </a:ext>
            </a:extLst>
          </p:cNvPr>
          <p:cNvSpPr/>
          <p:nvPr/>
        </p:nvSpPr>
        <p:spPr>
          <a:xfrm rot="10800000">
            <a:off x="762000" y="2880691"/>
            <a:ext cx="11430000" cy="3977309"/>
          </a:xfrm>
          <a:custGeom>
            <a:avLst/>
            <a:gdLst>
              <a:gd name="connsiteX0" fmla="*/ 0 w 11468099"/>
              <a:gd name="connsiteY0" fmla="*/ 4053508 h 4053508"/>
              <a:gd name="connsiteX1" fmla="*/ 10946146 w 11468099"/>
              <a:gd name="connsiteY1" fmla="*/ 4043963 h 4053508"/>
              <a:gd name="connsiteX2" fmla="*/ 11468099 w 11468099"/>
              <a:gd name="connsiteY2" fmla="*/ 3522009 h 4053508"/>
              <a:gd name="connsiteX3" fmla="*/ 11468099 w 11468099"/>
              <a:gd name="connsiteY3" fmla="*/ 0 h 4053508"/>
              <a:gd name="connsiteX4" fmla="*/ 0 w 11468099"/>
              <a:gd name="connsiteY4" fmla="*/ 0 h 4053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68099" h="4053508">
                <a:moveTo>
                  <a:pt x="0" y="4053508"/>
                </a:moveTo>
                <a:lnTo>
                  <a:pt x="10946146" y="4043963"/>
                </a:lnTo>
                <a:cubicBezTo>
                  <a:pt x="11234413" y="4043963"/>
                  <a:pt x="11468099" y="3810276"/>
                  <a:pt x="11468099" y="3522009"/>
                </a:cubicBezTo>
                <a:lnTo>
                  <a:pt x="11468099" y="0"/>
                </a:lnTo>
                <a:lnTo>
                  <a:pt x="0" y="0"/>
                </a:ln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800" y="190500"/>
            <a:ext cx="11843238" cy="2057400"/>
          </a:xfrm>
        </p:spPr>
        <p:txBody>
          <a:bodyPr anchor="t">
            <a:noAutofit/>
          </a:bodyPr>
          <a:lstStyle>
            <a:lvl1pPr>
              <a:defRPr sz="88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398813" y="3505199"/>
            <a:ext cx="10044665" cy="266700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98813" y="6329172"/>
            <a:ext cx="2816835" cy="338328"/>
          </a:xfrm>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536436276"/>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07D4EEB-8B0C-3EA1-DB0C-896A8F0C8621}"/>
              </a:ext>
              <a:ext uri="{C183D7F6-B498-43B3-948B-1728B52AA6E4}">
                <adec:decorative xmlns:adec="http://schemas.microsoft.com/office/drawing/2017/decorative" val="1"/>
              </a:ext>
            </a:extLst>
          </p:cNvPr>
          <p:cNvSpPr/>
          <p:nvPr/>
        </p:nvSpPr>
        <p:spPr>
          <a:xfrm rot="10800000">
            <a:off x="2677737" y="2952545"/>
            <a:ext cx="9514262" cy="3905455"/>
          </a:xfrm>
          <a:custGeom>
            <a:avLst/>
            <a:gdLst>
              <a:gd name="connsiteX0" fmla="*/ 0 w 9514262"/>
              <a:gd name="connsiteY0" fmla="*/ 3905455 h 3905455"/>
              <a:gd name="connsiteX1" fmla="*/ 0 w 9514262"/>
              <a:gd name="connsiteY1" fmla="*/ 0 h 3905455"/>
              <a:gd name="connsiteX2" fmla="*/ 9514262 w 9514262"/>
              <a:gd name="connsiteY2" fmla="*/ 0 h 3905455"/>
              <a:gd name="connsiteX3" fmla="*/ 9514262 w 9514262"/>
              <a:gd name="connsiteY3" fmla="*/ 3375660 h 3905455"/>
              <a:gd name="connsiteX4" fmla="*/ 8992309 w 9514262"/>
              <a:gd name="connsiteY4" fmla="*/ 3897614 h 39054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4262" h="3905455">
                <a:moveTo>
                  <a:pt x="0" y="3905455"/>
                </a:moveTo>
                <a:lnTo>
                  <a:pt x="0" y="0"/>
                </a:lnTo>
                <a:lnTo>
                  <a:pt x="9514262" y="0"/>
                </a:lnTo>
                <a:lnTo>
                  <a:pt x="9514262" y="3375660"/>
                </a:lnTo>
                <a:cubicBezTo>
                  <a:pt x="9514262" y="3663927"/>
                  <a:pt x="9280576" y="3897614"/>
                  <a:pt x="8992309" y="3897614"/>
                </a:cubicBezTo>
                <a:close/>
              </a:path>
            </a:pathLst>
          </a:cu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3373" y="190500"/>
            <a:ext cx="10573396" cy="2475644"/>
          </a:xfrm>
        </p:spPr>
        <p:txBody>
          <a:bodyPr anchor="t">
            <a:noAutofit/>
          </a:bodyPr>
          <a:lstStyle>
            <a:lvl1pPr>
              <a:defRPr sz="88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493213" y="3810000"/>
            <a:ext cx="6976154" cy="1676400"/>
          </a:xfr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200" dirty="0"/>
            </a:lvl3pPr>
            <a:lvl4pPr marL="685800" indent="0">
              <a:buNone/>
              <a:defRPr lang="en-US" sz="1200" dirty="0"/>
            </a:lvl4pPr>
            <a:lvl5pPr marL="914400" indent="0">
              <a:buNone/>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3ECEC-7E7B-4FB9-BAE8-5C10F12795EA}" type="datetimeFigureOut">
              <a:rPr lang="en-US" smtClean="0"/>
              <a:t>5/13/2026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2354616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772090" y="825747"/>
            <a:ext cx="10696010" cy="61880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774654" y="1506872"/>
            <a:ext cx="10693446" cy="45891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72090" y="6329172"/>
            <a:ext cx="2816835" cy="338328"/>
          </a:xfrm>
          <a:prstGeom prst="rect">
            <a:avLst/>
          </a:prstGeom>
        </p:spPr>
        <p:txBody>
          <a:bodyPr vert="horz" lIns="91440" tIns="45720" rIns="91440" bIns="45720" rtlCol="0" anchor="ctr"/>
          <a:lstStyle>
            <a:lvl1pPr algn="l">
              <a:defRPr sz="750" cap="all" spc="0"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291411" y="6329172"/>
            <a:ext cx="1612674" cy="338328"/>
          </a:xfrm>
          <a:prstGeom prst="rect">
            <a:avLst/>
          </a:prstGeom>
        </p:spPr>
        <p:txBody>
          <a:bodyPr vert="horz" lIns="91440" tIns="45720" rIns="91440" bIns="45720" rtlCol="0" anchor="ctr"/>
          <a:lstStyle>
            <a:lvl1pPr algn="r">
              <a:defRPr sz="750">
                <a:solidFill>
                  <a:schemeClr val="tx1"/>
                </a:solidFill>
              </a:defRPr>
            </a:lvl1pPr>
          </a:lstStyle>
          <a:p>
            <a:fld id="{D7E3ECEC-7E7B-4FB9-BAE8-5C10F12795EA}" type="datetimeFigureOut">
              <a:rPr lang="en-US" smtClean="0"/>
              <a:t>5/13/2026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50742" y="6329172"/>
            <a:ext cx="457200" cy="338328"/>
          </a:xfrm>
          <a:prstGeom prst="rect">
            <a:avLst/>
          </a:prstGeom>
        </p:spPr>
        <p:txBody>
          <a:bodyPr vert="horz" lIns="91440" tIns="45720" rIns="91440" bIns="45720" rtlCol="0" anchor="ctr"/>
          <a:lstStyle>
            <a:lvl1pPr algn="r">
              <a:defRPr sz="750">
                <a:solidFill>
                  <a:schemeClr val="tx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644491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500" b="0" kern="1200" cap="all"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000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286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572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085850" indent="-1714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480">
          <p15:clr>
            <a:srgbClr val="F26B43"/>
          </p15:clr>
        </p15:guide>
        <p15:guide id="8" pos="7224">
          <p15:clr>
            <a:srgbClr val="F26B43"/>
          </p15:clr>
        </p15:guide>
        <p15:guide id="9" orient="horz" pos="3840">
          <p15:clr>
            <a:srgbClr val="F26B43"/>
          </p15:clr>
        </p15:guide>
        <p15:guide id="10" orient="horz" pos="2160">
          <p15:clr>
            <a:srgbClr val="F26B43"/>
          </p15:clr>
        </p15:guide>
        <p15:guide id="11"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747B5ADC-439E-8BF3-9088-90C43F8880B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50449" r="299"/>
          <a:stretch>
            <a:fillRect/>
          </a:stretch>
        </p:blipFill>
        <p:spPr>
          <a:xfrm>
            <a:off x="7681816" y="0"/>
            <a:ext cx="4510185" cy="6096000"/>
          </a:xfrm>
        </p:spPr>
      </p:pic>
      <p:sp>
        <p:nvSpPr>
          <p:cNvPr id="5" name="TextBox 4">
            <a:extLst>
              <a:ext uri="{FF2B5EF4-FFF2-40B4-BE49-F238E27FC236}">
                <a16:creationId xmlns:a16="http://schemas.microsoft.com/office/drawing/2014/main" id="{C900563D-F76F-67A6-6510-F0BAE5CA2EA3}"/>
              </a:ext>
            </a:extLst>
          </p:cNvPr>
          <p:cNvSpPr txBox="1"/>
          <p:nvPr/>
        </p:nvSpPr>
        <p:spPr>
          <a:xfrm>
            <a:off x="1" y="0"/>
            <a:ext cx="7681816" cy="3139321"/>
          </a:xfrm>
          <a:prstGeom prst="rect">
            <a:avLst/>
          </a:prstGeom>
          <a:noFill/>
        </p:spPr>
        <p:txBody>
          <a:bodyPr wrap="square">
            <a:spAutoFit/>
          </a:bodyPr>
          <a:lstStyle/>
          <a:p>
            <a:pPr>
              <a:buNone/>
            </a:pPr>
            <a:r>
              <a:rPr lang="en-US" sz="3600" b="1" dirty="0"/>
              <a:t>Modern Weather Dashboard</a:t>
            </a:r>
            <a:endParaRPr lang="ar-EG" sz="3600" b="1" dirty="0"/>
          </a:p>
          <a:p>
            <a:pPr>
              <a:buNone/>
            </a:pPr>
            <a:endParaRPr lang="en-US" dirty="0"/>
          </a:p>
          <a:p>
            <a:pPr>
              <a:buNone/>
            </a:pPr>
            <a:r>
              <a:rPr lang="en-US" sz="2400" b="1" dirty="0"/>
              <a:t>Team:</a:t>
            </a:r>
            <a:r>
              <a:rPr lang="en-US" sz="2400" dirty="0"/>
              <a:t> </a:t>
            </a:r>
            <a:endParaRPr lang="ar-EG" sz="2400" dirty="0"/>
          </a:p>
          <a:p>
            <a:pPr>
              <a:buNone/>
            </a:pPr>
            <a:r>
              <a:rPr lang="ar-EG" sz="2400" dirty="0"/>
              <a:t>	</a:t>
            </a:r>
            <a:r>
              <a:rPr lang="en-US" sz="2400" dirty="0"/>
              <a:t>Ahmed </a:t>
            </a:r>
            <a:r>
              <a:rPr lang="en-US" sz="2400" dirty="0" err="1"/>
              <a:t>Aldmrdash</a:t>
            </a:r>
            <a:r>
              <a:rPr lang="en-US" sz="2400" dirty="0"/>
              <a:t>, </a:t>
            </a:r>
            <a:endParaRPr lang="ar-EG" sz="2400" dirty="0"/>
          </a:p>
          <a:p>
            <a:pPr>
              <a:buNone/>
            </a:pPr>
            <a:r>
              <a:rPr lang="ar-EG" sz="2400" dirty="0"/>
              <a:t>	</a:t>
            </a:r>
            <a:r>
              <a:rPr lang="en-US" sz="2400" dirty="0"/>
              <a:t>Omar Ramadan, </a:t>
            </a:r>
            <a:endParaRPr lang="ar-EG" sz="2400" dirty="0"/>
          </a:p>
          <a:p>
            <a:pPr>
              <a:buNone/>
            </a:pPr>
            <a:r>
              <a:rPr lang="ar-EG" sz="2400" dirty="0"/>
              <a:t>	</a:t>
            </a:r>
            <a:r>
              <a:rPr lang="en-US" sz="2400" dirty="0"/>
              <a:t>Shimaa Hussien</a:t>
            </a:r>
            <a:endParaRPr lang="ar-EG" sz="2400" dirty="0"/>
          </a:p>
          <a:p>
            <a:pPr>
              <a:buNone/>
            </a:pPr>
            <a:endParaRPr lang="en-US" sz="2400" dirty="0"/>
          </a:p>
          <a:p>
            <a:pPr>
              <a:buNone/>
            </a:pPr>
            <a:r>
              <a:rPr lang="en-US" sz="2400" dirty="0" err="1"/>
              <a:t>Elsewedy</a:t>
            </a:r>
            <a:r>
              <a:rPr lang="en-US" sz="2400" dirty="0"/>
              <a:t> University of Technology (SUT) - 2026</a:t>
            </a:r>
          </a:p>
        </p:txBody>
      </p:sp>
      <p:sp>
        <p:nvSpPr>
          <p:cNvPr id="10" name="TextBox 9">
            <a:extLst>
              <a:ext uri="{FF2B5EF4-FFF2-40B4-BE49-F238E27FC236}">
                <a16:creationId xmlns:a16="http://schemas.microsoft.com/office/drawing/2014/main" id="{C20C3D33-17A4-F4F3-15B9-8F6853675253}"/>
              </a:ext>
            </a:extLst>
          </p:cNvPr>
          <p:cNvSpPr txBox="1"/>
          <p:nvPr/>
        </p:nvSpPr>
        <p:spPr>
          <a:xfrm>
            <a:off x="1" y="3811012"/>
            <a:ext cx="7681815" cy="3046988"/>
          </a:xfrm>
          <a:prstGeom prst="rect">
            <a:avLst/>
          </a:prstGeom>
          <a:noFill/>
        </p:spPr>
        <p:txBody>
          <a:bodyPr wrap="square">
            <a:spAutoFit/>
          </a:bodyPr>
          <a:lstStyle/>
          <a:p>
            <a:pPr>
              <a:buNone/>
            </a:pPr>
            <a:r>
              <a:rPr lang="en-US" sz="2400" b="1" dirty="0"/>
              <a:t>The Vision:</a:t>
            </a:r>
            <a:r>
              <a:rPr lang="en-US" sz="2400" dirty="0"/>
              <a:t> Accurate, hyper-local weather tracking.</a:t>
            </a:r>
            <a:endParaRPr lang="ar-EG" sz="2400" dirty="0"/>
          </a:p>
          <a:p>
            <a:pPr>
              <a:buNone/>
            </a:pPr>
            <a:endParaRPr lang="en-US" sz="2400" dirty="0"/>
          </a:p>
          <a:p>
            <a:pPr>
              <a:buNone/>
            </a:pPr>
            <a:r>
              <a:rPr lang="en-US" sz="2400" b="1" dirty="0"/>
              <a:t>The Problem:</a:t>
            </a:r>
            <a:r>
              <a:rPr lang="en-US" sz="2400" dirty="0"/>
              <a:t> Traditional weather apps are static and boring.</a:t>
            </a:r>
            <a:endParaRPr lang="ar-EG" sz="2400" dirty="0"/>
          </a:p>
          <a:p>
            <a:pPr>
              <a:buNone/>
            </a:pPr>
            <a:endParaRPr lang="en-US" sz="2400" dirty="0"/>
          </a:p>
          <a:p>
            <a:pPr>
              <a:buNone/>
            </a:pPr>
            <a:r>
              <a:rPr lang="en-US" sz="2400" b="1" dirty="0"/>
              <a:t>The Solution:</a:t>
            </a:r>
            <a:r>
              <a:rPr lang="en-US" sz="2400" dirty="0"/>
              <a:t> A dynamic, </a:t>
            </a:r>
            <a:r>
              <a:rPr lang="en-US" sz="2400" dirty="0" err="1"/>
              <a:t>Glassmorphism</a:t>
            </a:r>
            <a:r>
              <a:rPr lang="en-US" sz="2400" dirty="0"/>
              <a:t>-based UI with interactive maps and real-time database synchronization.</a:t>
            </a:r>
          </a:p>
        </p:txBody>
      </p:sp>
    </p:spTree>
    <p:extLst>
      <p:ext uri="{BB962C8B-B14F-4D97-AF65-F5344CB8AC3E}">
        <p14:creationId xmlns:p14="http://schemas.microsoft.com/office/powerpoint/2010/main" val="1716342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80CC7-4D1B-EB3A-63B2-1B28AE26CC2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9A2D66C-6C56-C41C-DA45-AE51E7C408B3}"/>
              </a:ext>
            </a:extLst>
          </p:cNvPr>
          <p:cNvSpPr txBox="1"/>
          <p:nvPr/>
        </p:nvSpPr>
        <p:spPr>
          <a:xfrm>
            <a:off x="0" y="0"/>
            <a:ext cx="12192000" cy="4401205"/>
          </a:xfrm>
          <a:prstGeom prst="rect">
            <a:avLst/>
          </a:prstGeom>
          <a:noFill/>
        </p:spPr>
        <p:txBody>
          <a:bodyPr wrap="square">
            <a:spAutoFit/>
          </a:bodyPr>
          <a:lstStyle/>
          <a:p>
            <a:pPr>
              <a:buFont typeface="Arial" panose="020B0604020202020204" pitchFamily="34" charset="0"/>
              <a:buChar char="•"/>
            </a:pPr>
            <a:r>
              <a:rPr lang="en-US" sz="2000" b="1" dirty="0"/>
              <a:t>The Gap in Current Solutions:</a:t>
            </a:r>
            <a:r>
              <a:rPr lang="en-US" sz="2000" dirty="0"/>
              <a:t> </a:t>
            </a:r>
            <a:endParaRPr lang="ar-EG" sz="2000" dirty="0"/>
          </a:p>
          <a:p>
            <a:pPr lvl="1">
              <a:buFont typeface="Arial" panose="020B0604020202020204" pitchFamily="34" charset="0"/>
              <a:buChar char="•"/>
            </a:pPr>
            <a:r>
              <a:rPr lang="en-US" sz="2000" dirty="0"/>
              <a:t>Traditional weather applications typically rely on static, city-level data. They lack hyper-local precision, offer rigid user interfaces, and fail to provide persistent, user-specific data tracking without complex login systems.</a:t>
            </a:r>
            <a:endParaRPr lang="ar-EG" sz="2000" dirty="0"/>
          </a:p>
          <a:p>
            <a:pPr lvl="1">
              <a:buFont typeface="Arial" panose="020B0604020202020204" pitchFamily="34" charset="0"/>
              <a:buChar char="•"/>
            </a:pPr>
            <a:endParaRPr lang="en-US" sz="2000" dirty="0"/>
          </a:p>
          <a:p>
            <a:pPr>
              <a:buFont typeface="Arial" panose="020B0604020202020204" pitchFamily="34" charset="0"/>
              <a:buChar char="•"/>
            </a:pPr>
            <a:r>
              <a:rPr lang="en-US" sz="2000" b="1" dirty="0"/>
              <a:t>Our Core Vision:</a:t>
            </a:r>
            <a:r>
              <a:rPr lang="en-US" sz="2000" dirty="0"/>
              <a:t> </a:t>
            </a:r>
            <a:endParaRPr lang="ar-EG" sz="2000" dirty="0"/>
          </a:p>
          <a:p>
            <a:pPr lvl="1">
              <a:buFont typeface="Arial" panose="020B0604020202020204" pitchFamily="34" charset="0"/>
              <a:buChar char="•"/>
            </a:pPr>
            <a:r>
              <a:rPr lang="en-US" sz="2000" dirty="0"/>
              <a:t>To engineer a context-aware, dynamic platform that adapts seamlessly to environmental data.</a:t>
            </a:r>
            <a:endParaRPr lang="ar-EG" sz="2000" dirty="0"/>
          </a:p>
          <a:p>
            <a:pPr lvl="1">
              <a:buFont typeface="Arial" panose="020B0604020202020204" pitchFamily="34" charset="0"/>
              <a:buChar char="•"/>
            </a:pPr>
            <a:endParaRPr lang="en-US" sz="2000" dirty="0"/>
          </a:p>
          <a:p>
            <a:pPr>
              <a:buFont typeface="Arial" panose="020B0604020202020204" pitchFamily="34" charset="0"/>
              <a:buChar char="•"/>
            </a:pPr>
            <a:r>
              <a:rPr lang="en-US" sz="2000" b="1" dirty="0"/>
              <a:t>Proposed Methodology:</a:t>
            </a:r>
            <a:r>
              <a:rPr lang="en-US" sz="2000" dirty="0"/>
              <a:t> </a:t>
            </a:r>
            <a:endParaRPr lang="ar-EG" sz="2000" dirty="0"/>
          </a:p>
          <a:p>
            <a:pPr lvl="1">
              <a:buFont typeface="Arial" panose="020B0604020202020204" pitchFamily="34" charset="0"/>
              <a:buChar char="•"/>
            </a:pPr>
            <a:r>
              <a:rPr lang="en-US" sz="2000" dirty="0"/>
              <a:t> Implementing the HTML5 Geolocation API for instant user context.</a:t>
            </a:r>
          </a:p>
          <a:p>
            <a:pPr marL="742950" lvl="1" indent="-285750">
              <a:buFont typeface="Arial" panose="020B0604020202020204" pitchFamily="34" charset="0"/>
              <a:buChar char="•"/>
            </a:pPr>
            <a:r>
              <a:rPr lang="en-US" sz="2000" dirty="0"/>
              <a:t>Integrating Reverse Geocoding to translate exact map coordinates into precise neighborhood or village names.</a:t>
            </a:r>
          </a:p>
          <a:p>
            <a:pPr marL="742950" lvl="1" indent="-285750">
              <a:buFont typeface="Arial" panose="020B0604020202020204" pitchFamily="34" charset="0"/>
              <a:buChar char="•"/>
            </a:pPr>
            <a:r>
              <a:rPr lang="en-US" sz="2000" dirty="0"/>
              <a:t>Building a local persistent history system using asynchronous database operations to enhance user retention.</a:t>
            </a:r>
          </a:p>
        </p:txBody>
      </p:sp>
    </p:spTree>
    <p:extLst>
      <p:ext uri="{BB962C8B-B14F-4D97-AF65-F5344CB8AC3E}">
        <p14:creationId xmlns:p14="http://schemas.microsoft.com/office/powerpoint/2010/main" val="808820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823F2EA-77B8-7220-C2BE-A85A76E66F30}"/>
              </a:ext>
            </a:extLst>
          </p:cNvPr>
          <p:cNvSpPr txBox="1"/>
          <p:nvPr/>
        </p:nvSpPr>
        <p:spPr>
          <a:xfrm>
            <a:off x="0" y="0"/>
            <a:ext cx="12192000" cy="1631216"/>
          </a:xfrm>
          <a:prstGeom prst="rect">
            <a:avLst/>
          </a:prstGeom>
          <a:noFill/>
        </p:spPr>
        <p:txBody>
          <a:bodyPr wrap="square">
            <a:spAutoFit/>
          </a:bodyPr>
          <a:lstStyle/>
          <a:p>
            <a:pPr>
              <a:buFont typeface="Arial" panose="020B0604020202020204" pitchFamily="34" charset="0"/>
              <a:buChar char="•"/>
            </a:pPr>
            <a:r>
              <a:rPr lang="en-US" sz="2000" dirty="0"/>
              <a:t>🌍 </a:t>
            </a:r>
            <a:r>
              <a:rPr lang="en-US" sz="2000" b="1" dirty="0"/>
              <a:t>Auto-Detect Location:</a:t>
            </a:r>
            <a:r>
              <a:rPr lang="en-US" sz="2000" dirty="0"/>
              <a:t> Automatic weather fetch on load.</a:t>
            </a:r>
          </a:p>
          <a:p>
            <a:pPr>
              <a:buFont typeface="Arial" panose="020B0604020202020204" pitchFamily="34" charset="0"/>
              <a:buChar char="•"/>
            </a:pPr>
            <a:r>
              <a:rPr lang="en-US" sz="2000" dirty="0"/>
              <a:t>🗺️ </a:t>
            </a:r>
            <a:r>
              <a:rPr lang="en-US" sz="2000" b="1" dirty="0"/>
              <a:t>Interactive Map:</a:t>
            </a:r>
            <a:r>
              <a:rPr lang="en-US" sz="2000" dirty="0"/>
              <a:t> Click anywhere to fetch exact data.</a:t>
            </a:r>
          </a:p>
          <a:p>
            <a:pPr>
              <a:buFont typeface="Arial" panose="020B0604020202020204" pitchFamily="34" charset="0"/>
              <a:buChar char="•"/>
            </a:pPr>
            <a:r>
              <a:rPr lang="en-US" sz="2000" dirty="0"/>
              <a:t>🎨 </a:t>
            </a:r>
            <a:r>
              <a:rPr lang="en-US" sz="2000" b="1" dirty="0"/>
              <a:t>Dynamic Backgrounds &amp; Themes:</a:t>
            </a:r>
            <a:r>
              <a:rPr lang="en-US" sz="2000" dirty="0"/>
              <a:t> Adapts to weather + Dark/Light Mode.</a:t>
            </a:r>
          </a:p>
          <a:p>
            <a:pPr>
              <a:buFont typeface="Arial" panose="020B0604020202020204" pitchFamily="34" charset="0"/>
              <a:buChar char="•"/>
            </a:pPr>
            <a:r>
              <a:rPr lang="en-US" sz="2000" dirty="0"/>
              <a:t>🤖 </a:t>
            </a:r>
            <a:r>
              <a:rPr lang="en-US" sz="2000" b="1" dirty="0"/>
              <a:t>Smart Advice System:</a:t>
            </a:r>
            <a:r>
              <a:rPr lang="en-US" sz="2000" dirty="0"/>
              <a:t> Context-aware alerts.</a:t>
            </a:r>
          </a:p>
          <a:p>
            <a:pPr>
              <a:buFont typeface="Arial" panose="020B0604020202020204" pitchFamily="34" charset="0"/>
              <a:buChar char="•"/>
            </a:pPr>
            <a:r>
              <a:rPr lang="en-US" sz="2000" dirty="0"/>
              <a:t>🔄 </a:t>
            </a:r>
            <a:r>
              <a:rPr lang="en-US" sz="2000" b="1" dirty="0"/>
              <a:t>Live Search History:</a:t>
            </a:r>
            <a:r>
              <a:rPr lang="en-US" sz="2000" dirty="0"/>
              <a:t> Auto-sorting via Database.</a:t>
            </a:r>
          </a:p>
        </p:txBody>
      </p:sp>
      <p:sp>
        <p:nvSpPr>
          <p:cNvPr id="8" name="TextBox 7">
            <a:extLst>
              <a:ext uri="{FF2B5EF4-FFF2-40B4-BE49-F238E27FC236}">
                <a16:creationId xmlns:a16="http://schemas.microsoft.com/office/drawing/2014/main" id="{459A4735-7F35-C8E1-A3E9-16ECFB22406F}"/>
              </a:ext>
            </a:extLst>
          </p:cNvPr>
          <p:cNvSpPr txBox="1"/>
          <p:nvPr/>
        </p:nvSpPr>
        <p:spPr>
          <a:xfrm>
            <a:off x="0" y="2325588"/>
            <a:ext cx="12192000" cy="1323439"/>
          </a:xfrm>
          <a:prstGeom prst="rect">
            <a:avLst/>
          </a:prstGeom>
          <a:noFill/>
        </p:spPr>
        <p:txBody>
          <a:bodyPr wrap="square">
            <a:spAutoFit/>
          </a:bodyPr>
          <a:lstStyle/>
          <a:p>
            <a:pPr>
              <a:buFont typeface="Arial" panose="020B0604020202020204" pitchFamily="34" charset="0"/>
              <a:buChar char="•"/>
            </a:pPr>
            <a:r>
              <a:rPr lang="en-US" sz="2000" b="1" dirty="0"/>
              <a:t>Frontend:</a:t>
            </a:r>
            <a:r>
              <a:rPr lang="en-US" sz="2000" dirty="0"/>
              <a:t> HTML5, CSS3, Vanilla JS (ES6+).</a:t>
            </a:r>
          </a:p>
          <a:p>
            <a:pPr>
              <a:buFont typeface="Arial" panose="020B0604020202020204" pitchFamily="34" charset="0"/>
              <a:buChar char="•"/>
            </a:pPr>
            <a:r>
              <a:rPr lang="en-US" sz="2000" b="1" dirty="0"/>
              <a:t>Libraries:</a:t>
            </a:r>
            <a:r>
              <a:rPr lang="en-US" sz="2000" dirty="0"/>
              <a:t> Leaflet.js (Maps), SweetAlert2.</a:t>
            </a:r>
          </a:p>
          <a:p>
            <a:pPr>
              <a:buFont typeface="Arial" panose="020B0604020202020204" pitchFamily="34" charset="0"/>
              <a:buChar char="•"/>
            </a:pPr>
            <a:r>
              <a:rPr lang="en-US" sz="2000" b="1" dirty="0"/>
              <a:t>APIs:</a:t>
            </a:r>
            <a:r>
              <a:rPr lang="en-US" sz="2000" dirty="0"/>
              <a:t> </a:t>
            </a:r>
            <a:r>
              <a:rPr lang="en-US" sz="2000" dirty="0" err="1"/>
              <a:t>OpenWeatherMap</a:t>
            </a:r>
            <a:r>
              <a:rPr lang="en-US" sz="2000" dirty="0"/>
              <a:t>, OpenStreetMap.</a:t>
            </a:r>
          </a:p>
          <a:p>
            <a:pPr>
              <a:buFont typeface="Arial" panose="020B0604020202020204" pitchFamily="34" charset="0"/>
              <a:buChar char="•"/>
            </a:pPr>
            <a:r>
              <a:rPr lang="en-US" sz="2000" b="1" dirty="0"/>
              <a:t>Backend &amp; DB:</a:t>
            </a:r>
            <a:r>
              <a:rPr lang="en-US" sz="2000" dirty="0"/>
              <a:t> PHP 8.x, MySQL (Cloud Hosted).</a:t>
            </a:r>
          </a:p>
        </p:txBody>
      </p:sp>
      <p:sp>
        <p:nvSpPr>
          <p:cNvPr id="10" name="TextBox 9">
            <a:extLst>
              <a:ext uri="{FF2B5EF4-FFF2-40B4-BE49-F238E27FC236}">
                <a16:creationId xmlns:a16="http://schemas.microsoft.com/office/drawing/2014/main" id="{37C2D120-AB82-FC19-4A05-4560322DACC1}"/>
              </a:ext>
            </a:extLst>
          </p:cNvPr>
          <p:cNvSpPr txBox="1"/>
          <p:nvPr/>
        </p:nvSpPr>
        <p:spPr>
          <a:xfrm>
            <a:off x="0" y="4343400"/>
            <a:ext cx="12192000" cy="1015663"/>
          </a:xfrm>
          <a:prstGeom prst="rect">
            <a:avLst/>
          </a:prstGeom>
          <a:noFill/>
        </p:spPr>
        <p:txBody>
          <a:bodyPr wrap="square">
            <a:spAutoFit/>
          </a:bodyPr>
          <a:lstStyle/>
          <a:p>
            <a:pPr>
              <a:buNone/>
            </a:pPr>
            <a:r>
              <a:rPr lang="en-US" sz="2000" b="1" dirty="0"/>
              <a:t>Parallel Fetching:</a:t>
            </a:r>
            <a:r>
              <a:rPr lang="en-US" sz="2000" dirty="0"/>
              <a:t> </a:t>
            </a:r>
            <a:r>
              <a:rPr lang="en-US" sz="2000" dirty="0" err="1">
                <a:latin typeface="Courier New" panose="02070309020205020404" pitchFamily="49" charset="0"/>
              </a:rPr>
              <a:t>Promise.all</a:t>
            </a:r>
            <a:r>
              <a:rPr lang="en-US" sz="2000" dirty="0"/>
              <a:t> for speed.</a:t>
            </a:r>
          </a:p>
          <a:p>
            <a:pPr>
              <a:buNone/>
            </a:pPr>
            <a:r>
              <a:rPr lang="en-US" sz="2000" b="1" dirty="0"/>
              <a:t>Reverse Geocoding:</a:t>
            </a:r>
            <a:r>
              <a:rPr lang="en-US" sz="2000" dirty="0"/>
              <a:t> Converting Map Clicks to Exact Names.</a:t>
            </a:r>
          </a:p>
          <a:p>
            <a:pPr>
              <a:buNone/>
            </a:pPr>
            <a:r>
              <a:rPr lang="en-US" sz="2000" b="1" dirty="0"/>
              <a:t>Data Aggregation:</a:t>
            </a:r>
            <a:r>
              <a:rPr lang="en-US" sz="2000" dirty="0"/>
              <a:t> Clean 5-day daily </a:t>
            </a:r>
            <a:r>
              <a:rPr lang="en-US" sz="2000" dirty="0" err="1"/>
              <a:t>forecas</a:t>
            </a:r>
            <a:endParaRPr lang="en-US" sz="2000" dirty="0"/>
          </a:p>
        </p:txBody>
      </p:sp>
    </p:spTree>
    <p:extLst>
      <p:ext uri="{BB962C8B-B14F-4D97-AF65-F5344CB8AC3E}">
        <p14:creationId xmlns:p14="http://schemas.microsoft.com/office/powerpoint/2010/main" val="3182584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D9B5E-D633-6696-964C-2A89723441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37B9857-E9B9-E113-D27F-5220A6F6BF38}"/>
              </a:ext>
            </a:extLst>
          </p:cNvPr>
          <p:cNvSpPr txBox="1"/>
          <p:nvPr/>
        </p:nvSpPr>
        <p:spPr>
          <a:xfrm>
            <a:off x="0" y="0"/>
            <a:ext cx="12192000" cy="4401205"/>
          </a:xfrm>
          <a:prstGeom prst="rect">
            <a:avLst/>
          </a:prstGeom>
          <a:noFill/>
        </p:spPr>
        <p:txBody>
          <a:bodyPr wrap="square">
            <a:spAutoFit/>
          </a:bodyPr>
          <a:lstStyle/>
          <a:p>
            <a:pPr>
              <a:buFont typeface="Arial" panose="020B0604020202020204" pitchFamily="34" charset="0"/>
              <a:buChar char="•"/>
            </a:pPr>
            <a:r>
              <a:rPr lang="en-US" sz="2000" b="1" dirty="0"/>
              <a:t>Dynamic Background Engine:</a:t>
            </a:r>
            <a:r>
              <a:rPr lang="en-US" sz="2000" dirty="0"/>
              <a:t> </a:t>
            </a:r>
            <a:endParaRPr lang="ar-EG" sz="2000" dirty="0"/>
          </a:p>
          <a:p>
            <a:pPr lvl="1">
              <a:buFont typeface="Arial" panose="020B0604020202020204" pitchFamily="34" charset="0"/>
              <a:buChar char="•"/>
            </a:pPr>
            <a:r>
              <a:rPr lang="en-US" sz="2000" dirty="0"/>
              <a:t>A custom JS function analyzes the current weather condition string (e.g., 'scattered clouds', 'heavy rain') and dynamically injects specific CSS classes to alter the application's background image and overlay opacity in real-time.</a:t>
            </a:r>
            <a:endParaRPr lang="ar-EG" sz="2000" dirty="0"/>
          </a:p>
          <a:p>
            <a:pPr lvl="1">
              <a:buFont typeface="Arial" panose="020B0604020202020204" pitchFamily="34" charset="0"/>
              <a:buChar char="•"/>
            </a:pPr>
            <a:endParaRPr lang="en-US" sz="2000" dirty="0"/>
          </a:p>
          <a:p>
            <a:pPr>
              <a:buFont typeface="Arial" panose="020B0604020202020204" pitchFamily="34" charset="0"/>
              <a:buChar char="•"/>
            </a:pPr>
            <a:r>
              <a:rPr lang="en-US" sz="2000" b="1" dirty="0"/>
              <a:t>State Management (Theme Engine):</a:t>
            </a:r>
            <a:r>
              <a:rPr lang="en-US" sz="2000" dirty="0"/>
              <a:t> </a:t>
            </a:r>
            <a:endParaRPr lang="ar-EG" sz="2000" dirty="0"/>
          </a:p>
          <a:p>
            <a:pPr lvl="1">
              <a:buFont typeface="Arial" panose="020B0604020202020204" pitchFamily="34" charset="0"/>
              <a:buChar char="•"/>
            </a:pPr>
            <a:r>
              <a:rPr lang="en-US" sz="2000" dirty="0"/>
              <a:t>Implemented a persistent Dark/Light mode toggle that modifies CSS root variables. User preferences are stored securely in the browser's </a:t>
            </a:r>
            <a:r>
              <a:rPr lang="en-US" sz="2000" dirty="0" err="1">
                <a:latin typeface="Courier New" panose="02070309020205020404" pitchFamily="49" charset="0"/>
              </a:rPr>
              <a:t>localStorage</a:t>
            </a:r>
            <a:r>
              <a:rPr lang="en-US" sz="2000" dirty="0"/>
              <a:t> to ensure consistency across sessions.</a:t>
            </a:r>
            <a:endParaRPr lang="ar-EG" sz="2000" dirty="0"/>
          </a:p>
          <a:p>
            <a:pPr lvl="1">
              <a:buFont typeface="Arial" panose="020B0604020202020204" pitchFamily="34" charset="0"/>
              <a:buChar char="•"/>
            </a:pPr>
            <a:endParaRPr lang="en-US" sz="2000" dirty="0"/>
          </a:p>
          <a:p>
            <a:pPr>
              <a:buFont typeface="Arial" panose="020B0604020202020204" pitchFamily="34" charset="0"/>
              <a:buChar char="•"/>
            </a:pPr>
            <a:r>
              <a:rPr lang="en-US" sz="2000" b="1" dirty="0"/>
              <a:t>Context-Aware Notifications:</a:t>
            </a:r>
            <a:r>
              <a:rPr lang="en-US" sz="2000" dirty="0"/>
              <a:t> </a:t>
            </a:r>
            <a:endParaRPr lang="ar-EG" sz="2000" dirty="0"/>
          </a:p>
          <a:p>
            <a:pPr lvl="1">
              <a:buFont typeface="Arial" panose="020B0604020202020204" pitchFamily="34" charset="0"/>
              <a:buChar char="•"/>
            </a:pPr>
            <a:r>
              <a:rPr lang="en-US" sz="2000" dirty="0"/>
              <a:t>Integrated the </a:t>
            </a:r>
            <a:r>
              <a:rPr lang="en-US" sz="2000" dirty="0">
                <a:latin typeface="Courier New" panose="02070309020205020404" pitchFamily="49" charset="0"/>
              </a:rPr>
              <a:t>SweetAlert2</a:t>
            </a:r>
            <a:r>
              <a:rPr lang="en-US" sz="2000" dirty="0"/>
              <a:t> library to deploy automated, logic-driven advice toasts. The system evaluates temperature and weather conditions (e.g., Temp &gt; 30°C) to display actionable alerts like hydration reminders or rain warnings.</a:t>
            </a:r>
          </a:p>
        </p:txBody>
      </p:sp>
    </p:spTree>
    <p:extLst>
      <p:ext uri="{BB962C8B-B14F-4D97-AF65-F5344CB8AC3E}">
        <p14:creationId xmlns:p14="http://schemas.microsoft.com/office/powerpoint/2010/main" val="3221945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CCE5E-7AED-74CA-ADC5-6B455A1D62D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07BEBA7-09C6-6829-A6E8-50F674C35D31}"/>
              </a:ext>
            </a:extLst>
          </p:cNvPr>
          <p:cNvSpPr txBox="1"/>
          <p:nvPr/>
        </p:nvSpPr>
        <p:spPr>
          <a:xfrm>
            <a:off x="0" y="1"/>
            <a:ext cx="12192000" cy="3785652"/>
          </a:xfrm>
          <a:prstGeom prst="rect">
            <a:avLst/>
          </a:prstGeom>
          <a:noFill/>
        </p:spPr>
        <p:txBody>
          <a:bodyPr wrap="square">
            <a:spAutoFit/>
          </a:bodyPr>
          <a:lstStyle/>
          <a:p>
            <a:pPr>
              <a:buFont typeface="Arial" panose="020B0604020202020204" pitchFamily="34" charset="0"/>
              <a:buChar char="•"/>
            </a:pPr>
            <a:r>
              <a:rPr lang="en-US" sz="2000" b="1" dirty="0"/>
              <a:t>Interactive Mapping (Leaflet.js):</a:t>
            </a:r>
            <a:r>
              <a:rPr lang="en-US" sz="2000" dirty="0"/>
              <a:t> </a:t>
            </a:r>
            <a:endParaRPr lang="ar-EG" sz="2000" dirty="0"/>
          </a:p>
          <a:p>
            <a:pPr lvl="1">
              <a:buFont typeface="Arial" panose="020B0604020202020204" pitchFamily="34" charset="0"/>
              <a:buChar char="•"/>
            </a:pPr>
            <a:r>
              <a:rPr lang="en-US" sz="2000" dirty="0"/>
              <a:t>Integrated high-performance map tiles with custom event listeners. Clicking the map triggers a '</a:t>
            </a:r>
            <a:r>
              <a:rPr lang="en-US" sz="2000" dirty="0" err="1"/>
              <a:t>FlyTo</a:t>
            </a:r>
            <a:r>
              <a:rPr lang="en-US" sz="2000" dirty="0"/>
              <a:t>' animation and initiates a cascading sequence of API calls.</a:t>
            </a:r>
            <a:endParaRPr lang="ar-EG" sz="2000" dirty="0"/>
          </a:p>
          <a:p>
            <a:pPr lvl="1">
              <a:buFont typeface="Arial" panose="020B0604020202020204" pitchFamily="34" charset="0"/>
              <a:buChar char="•"/>
            </a:pPr>
            <a:endParaRPr lang="en-US" sz="2000" dirty="0"/>
          </a:p>
          <a:p>
            <a:pPr>
              <a:buFont typeface="Arial" panose="020B0604020202020204" pitchFamily="34" charset="0"/>
              <a:buChar char="•"/>
            </a:pPr>
            <a:r>
              <a:rPr lang="en-US" sz="2000" b="1" dirty="0"/>
              <a:t>Parallel Execution for Performance:</a:t>
            </a:r>
            <a:r>
              <a:rPr lang="en-US" sz="2000" dirty="0"/>
              <a:t> </a:t>
            </a:r>
            <a:endParaRPr lang="ar-EG" sz="2000" dirty="0"/>
          </a:p>
          <a:p>
            <a:pPr lvl="1">
              <a:buFont typeface="Arial" panose="020B0604020202020204" pitchFamily="34" charset="0"/>
              <a:buChar char="•"/>
            </a:pPr>
            <a:r>
              <a:rPr lang="en-US" sz="2000" dirty="0"/>
              <a:t>Utilized JavaScript's </a:t>
            </a:r>
            <a:r>
              <a:rPr lang="en-US" sz="2000" dirty="0" err="1">
                <a:latin typeface="Courier New" panose="02070309020205020404" pitchFamily="49" charset="0"/>
              </a:rPr>
              <a:t>Promise.all</a:t>
            </a:r>
            <a:r>
              <a:rPr lang="en-US" sz="2000" dirty="0">
                <a:latin typeface="Courier New" panose="02070309020205020404" pitchFamily="49" charset="0"/>
              </a:rPr>
              <a:t>()</a:t>
            </a:r>
            <a:r>
              <a:rPr lang="en-US" sz="2000" dirty="0"/>
              <a:t> to execute multiple asynchronous API fetch requests (Current Weather + Forecast) simultaneously, drastically reducing network latency and load times.</a:t>
            </a:r>
            <a:endParaRPr lang="ar-EG" sz="2000" dirty="0"/>
          </a:p>
          <a:p>
            <a:pPr lvl="1">
              <a:buFont typeface="Arial" panose="020B0604020202020204" pitchFamily="34" charset="0"/>
              <a:buChar char="•"/>
            </a:pPr>
            <a:endParaRPr lang="en-US" sz="2000" dirty="0"/>
          </a:p>
          <a:p>
            <a:pPr>
              <a:buFont typeface="Arial" panose="020B0604020202020204" pitchFamily="34" charset="0"/>
              <a:buChar char="•"/>
            </a:pPr>
            <a:r>
              <a:rPr lang="en-US" sz="2000" b="1" dirty="0"/>
              <a:t>Data Aggregation Algorithm:</a:t>
            </a:r>
            <a:r>
              <a:rPr lang="en-US" sz="2000" dirty="0"/>
              <a:t> </a:t>
            </a:r>
            <a:endParaRPr lang="ar-EG" sz="2000" dirty="0"/>
          </a:p>
          <a:p>
            <a:pPr lvl="1">
              <a:buFont typeface="Arial" panose="020B0604020202020204" pitchFamily="34" charset="0"/>
              <a:buChar char="•"/>
            </a:pPr>
            <a:r>
              <a:rPr lang="en-US" sz="2000" dirty="0"/>
              <a:t>The </a:t>
            </a:r>
            <a:r>
              <a:rPr lang="en-US" sz="2000" dirty="0" err="1"/>
              <a:t>OpenWeather</a:t>
            </a:r>
            <a:r>
              <a:rPr lang="en-US" sz="2000" dirty="0"/>
              <a:t> forecast endpoint returns 40 distinct data points. We engineered a custom parsing algorithm to iterate through the JSON response, extract daily maximum and minimum temperatures, and render a clean, concise 5-day forecast table.</a:t>
            </a:r>
          </a:p>
        </p:txBody>
      </p:sp>
    </p:spTree>
    <p:extLst>
      <p:ext uri="{BB962C8B-B14F-4D97-AF65-F5344CB8AC3E}">
        <p14:creationId xmlns:p14="http://schemas.microsoft.com/office/powerpoint/2010/main" val="3036358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9F53B-B771-F1CB-FEFB-B47F6351AD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AFBC45B-6EF8-0F9D-E5A4-2937B5E20B5B}"/>
              </a:ext>
            </a:extLst>
          </p:cNvPr>
          <p:cNvSpPr txBox="1"/>
          <p:nvPr/>
        </p:nvSpPr>
        <p:spPr>
          <a:xfrm>
            <a:off x="0" y="0"/>
            <a:ext cx="12268200" cy="5324535"/>
          </a:xfrm>
          <a:prstGeom prst="rect">
            <a:avLst/>
          </a:prstGeom>
          <a:noFill/>
        </p:spPr>
        <p:txBody>
          <a:bodyPr wrap="square">
            <a:spAutoFit/>
          </a:bodyPr>
          <a:lstStyle/>
          <a:p>
            <a:pPr>
              <a:buFont typeface="Arial" panose="020B0604020202020204" pitchFamily="34" charset="0"/>
              <a:buChar char="•"/>
            </a:pPr>
            <a:r>
              <a:rPr lang="en-US" sz="2000" b="1" dirty="0"/>
              <a:t>Secure API Endpoints:</a:t>
            </a:r>
            <a:r>
              <a:rPr lang="en-US" sz="2000" dirty="0"/>
              <a:t> </a:t>
            </a:r>
            <a:endParaRPr lang="ar-EG" sz="2000" dirty="0"/>
          </a:p>
          <a:p>
            <a:pPr lvl="1">
              <a:buFont typeface="Arial" panose="020B0604020202020204" pitchFamily="34" charset="0"/>
              <a:buChar char="•"/>
            </a:pPr>
            <a:r>
              <a:rPr lang="en-US" sz="2000" dirty="0"/>
              <a:t>Developed </a:t>
            </a:r>
            <a:r>
              <a:rPr lang="en-US" sz="2000" dirty="0" err="1">
                <a:latin typeface="Courier New" panose="02070309020205020404" pitchFamily="49" charset="0"/>
              </a:rPr>
              <a:t>save_city.php</a:t>
            </a:r>
            <a:r>
              <a:rPr lang="en-US" sz="2000" dirty="0"/>
              <a:t> (POST) and </a:t>
            </a:r>
            <a:r>
              <a:rPr lang="en-US" sz="2000" dirty="0" err="1">
                <a:latin typeface="Courier New" panose="02070309020205020404" pitchFamily="49" charset="0"/>
              </a:rPr>
              <a:t>get_history.php</a:t>
            </a:r>
            <a:r>
              <a:rPr lang="en-US" sz="2000" dirty="0"/>
              <a:t> (GET) to act as intermediaries between the client application and the database.</a:t>
            </a:r>
            <a:endParaRPr lang="ar-EG" sz="2000" dirty="0"/>
          </a:p>
          <a:p>
            <a:pPr lvl="1">
              <a:buFont typeface="Arial" panose="020B0604020202020204" pitchFamily="34" charset="0"/>
              <a:buChar char="•"/>
            </a:pPr>
            <a:endParaRPr lang="en-US" sz="2000" dirty="0"/>
          </a:p>
          <a:p>
            <a:pPr>
              <a:buFont typeface="Arial" panose="020B0604020202020204" pitchFamily="34" charset="0"/>
              <a:buChar char="•"/>
            </a:pPr>
            <a:r>
              <a:rPr lang="en-US" sz="2000" b="1" dirty="0"/>
              <a:t>Security &amp; Sanitization:</a:t>
            </a:r>
            <a:r>
              <a:rPr lang="en-US" sz="2000" dirty="0"/>
              <a:t> </a:t>
            </a:r>
            <a:endParaRPr lang="ar-EG" sz="2000" dirty="0"/>
          </a:p>
          <a:p>
            <a:pPr lvl="2">
              <a:buFont typeface="Arial" panose="020B0604020202020204" pitchFamily="34" charset="0"/>
              <a:buChar char="•"/>
            </a:pPr>
            <a:r>
              <a:rPr lang="en-US" sz="2000" dirty="0"/>
              <a:t>Implemented </a:t>
            </a:r>
            <a:r>
              <a:rPr lang="en-US" sz="2000" dirty="0" err="1">
                <a:latin typeface="Courier New" panose="02070309020205020404" pitchFamily="49" charset="0"/>
              </a:rPr>
              <a:t>real_escape_string</a:t>
            </a:r>
            <a:r>
              <a:rPr lang="en-US" sz="2000" dirty="0">
                <a:latin typeface="Courier New" panose="02070309020205020404" pitchFamily="49" charset="0"/>
              </a:rPr>
              <a:t>()</a:t>
            </a:r>
            <a:r>
              <a:rPr lang="en-US" sz="2000" dirty="0"/>
              <a:t> and </a:t>
            </a:r>
            <a:r>
              <a:rPr lang="en-US" sz="2000" dirty="0">
                <a:latin typeface="Courier New" panose="02070309020205020404" pitchFamily="49" charset="0"/>
              </a:rPr>
              <a:t>trim()</a:t>
            </a:r>
            <a:r>
              <a:rPr lang="en-US" sz="2000" dirty="0"/>
              <a:t> functions to rigorously sanitize all incoming user data, fortifying the system against potential SQL Injection attacks and malformed inputs.</a:t>
            </a:r>
            <a:endParaRPr lang="ar-EG" sz="2000" dirty="0"/>
          </a:p>
          <a:p>
            <a:pPr lvl="2">
              <a:buFont typeface="Arial" panose="020B0604020202020204" pitchFamily="34" charset="0"/>
              <a:buChar char="•"/>
            </a:pPr>
            <a:endParaRPr lang="en-US" sz="2000" dirty="0"/>
          </a:p>
          <a:p>
            <a:pPr>
              <a:buFont typeface="Arial" panose="020B0604020202020204" pitchFamily="34" charset="0"/>
              <a:buChar char="•"/>
            </a:pPr>
            <a:r>
              <a:rPr lang="en-US" sz="2000" b="1" dirty="0"/>
              <a:t>The "Latest on Top" Algorithm:</a:t>
            </a:r>
            <a:r>
              <a:rPr lang="en-US" sz="2000" dirty="0"/>
              <a:t> </a:t>
            </a:r>
            <a:endParaRPr lang="ar-EG" sz="2000" dirty="0"/>
          </a:p>
          <a:p>
            <a:pPr lvl="1">
              <a:buFont typeface="Arial" panose="020B0604020202020204" pitchFamily="34" charset="0"/>
              <a:buChar char="•"/>
            </a:pPr>
            <a:r>
              <a:rPr lang="en-US" sz="2000" dirty="0"/>
              <a:t>To ensure recent searches appear first without duplicate entries, the logic executes a preliminary </a:t>
            </a:r>
            <a:r>
              <a:rPr lang="en-US" sz="2000" dirty="0">
                <a:latin typeface="Courier New" panose="02070309020205020404" pitchFamily="49" charset="0"/>
              </a:rPr>
              <a:t>DELETE FROM</a:t>
            </a:r>
            <a:r>
              <a:rPr lang="en-US" sz="2000" dirty="0"/>
              <a:t> query for the specific city, followed immediately by an </a:t>
            </a:r>
            <a:r>
              <a:rPr lang="en-US" sz="2000" dirty="0">
                <a:latin typeface="Courier New" panose="02070309020205020404" pitchFamily="49" charset="0"/>
              </a:rPr>
              <a:t>INSERT INTO</a:t>
            </a:r>
            <a:r>
              <a:rPr lang="en-US" sz="2000" dirty="0"/>
              <a:t> query. This guarantees a fresh timestamp and the highest Auto-Increment ID.</a:t>
            </a:r>
            <a:endParaRPr lang="ar-EG" sz="2000" dirty="0"/>
          </a:p>
          <a:p>
            <a:pPr lvl="1">
              <a:buFont typeface="Arial" panose="020B0604020202020204" pitchFamily="34" charset="0"/>
              <a:buChar char="•"/>
            </a:pPr>
            <a:endParaRPr lang="en-US" sz="2000" dirty="0"/>
          </a:p>
          <a:p>
            <a:pPr>
              <a:buFont typeface="Arial" panose="020B0604020202020204" pitchFamily="34" charset="0"/>
              <a:buChar char="•"/>
            </a:pPr>
            <a:r>
              <a:rPr lang="en-US" sz="2000" b="1" dirty="0"/>
              <a:t>AJAX-like Synchronization:</a:t>
            </a:r>
            <a:r>
              <a:rPr lang="en-US" sz="2000" dirty="0"/>
              <a:t> </a:t>
            </a:r>
            <a:endParaRPr lang="ar-EG" sz="2000" dirty="0"/>
          </a:p>
          <a:p>
            <a:pPr lvl="1">
              <a:buFont typeface="Arial" panose="020B0604020202020204" pitchFamily="34" charset="0"/>
              <a:buChar char="•"/>
            </a:pPr>
            <a:r>
              <a:rPr lang="en-US" sz="2000" dirty="0"/>
              <a:t>Database updates and history retrieval occur asynchronously via the Fetch API, allowing the DOM to update seamlessly without disrupting the user experience or requiring page reloads.</a:t>
            </a:r>
          </a:p>
        </p:txBody>
      </p:sp>
    </p:spTree>
    <p:extLst>
      <p:ext uri="{BB962C8B-B14F-4D97-AF65-F5344CB8AC3E}">
        <p14:creationId xmlns:p14="http://schemas.microsoft.com/office/powerpoint/2010/main" val="2416897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67AE4-F54E-933E-4812-F83DEA9C51C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B922462-D658-A382-0A47-64CB4F21FD5E}"/>
              </a:ext>
            </a:extLst>
          </p:cNvPr>
          <p:cNvSpPr txBox="1"/>
          <p:nvPr/>
        </p:nvSpPr>
        <p:spPr>
          <a:xfrm>
            <a:off x="0" y="1"/>
            <a:ext cx="12192000" cy="4093428"/>
          </a:xfrm>
          <a:prstGeom prst="rect">
            <a:avLst/>
          </a:prstGeom>
          <a:noFill/>
        </p:spPr>
        <p:txBody>
          <a:bodyPr wrap="square">
            <a:spAutoFit/>
          </a:bodyPr>
          <a:lstStyle/>
          <a:p>
            <a:pPr>
              <a:buFont typeface="Arial" panose="020B0604020202020204" pitchFamily="34" charset="0"/>
              <a:buChar char="•"/>
            </a:pPr>
            <a:r>
              <a:rPr lang="en-US" sz="2000" b="1" dirty="0"/>
              <a:t>Technical Challenges Overcome:</a:t>
            </a:r>
            <a:endParaRPr lang="en-US" sz="2000" dirty="0"/>
          </a:p>
          <a:p>
            <a:pPr marL="742950" lvl="1" indent="-285750">
              <a:buFont typeface="Arial" panose="020B0604020202020204" pitchFamily="34" charset="0"/>
              <a:buChar char="•"/>
            </a:pPr>
            <a:r>
              <a:rPr lang="en-US" sz="2000" dirty="0"/>
              <a:t>Mitigating CORS (Cross-Origin Resource Sharing) policy errors during local development and live server deployment.</a:t>
            </a:r>
          </a:p>
          <a:p>
            <a:pPr marL="742950" lvl="1" indent="-285750">
              <a:buFont typeface="Arial" panose="020B0604020202020204" pitchFamily="34" charset="0"/>
              <a:buChar char="•"/>
            </a:pPr>
            <a:r>
              <a:rPr lang="en-US" sz="2000" dirty="0"/>
              <a:t>Handling API rate limits gracefully by displaying loading states and fallback error messages to the user.</a:t>
            </a:r>
          </a:p>
          <a:p>
            <a:pPr marL="742950" lvl="1" indent="-285750">
              <a:buFont typeface="Arial" panose="020B0604020202020204" pitchFamily="34" charset="0"/>
              <a:buChar char="•"/>
            </a:pPr>
            <a:r>
              <a:rPr lang="en-US" sz="2000" dirty="0"/>
              <a:t>Resolving Git merge conflicts to maintain a clean and functional collaborative codebase.</a:t>
            </a:r>
            <a:endParaRPr lang="ar-EG" sz="2000" dirty="0"/>
          </a:p>
          <a:p>
            <a:pPr marL="742950" lvl="1" indent="-285750">
              <a:buFont typeface="Arial" panose="020B0604020202020204" pitchFamily="34" charset="0"/>
              <a:buChar char="•"/>
            </a:pPr>
            <a:endParaRPr lang="en-US" sz="2000" dirty="0"/>
          </a:p>
          <a:p>
            <a:pPr>
              <a:buFont typeface="Arial" panose="020B0604020202020204" pitchFamily="34" charset="0"/>
              <a:buChar char="•"/>
            </a:pPr>
            <a:r>
              <a:rPr lang="en-US" sz="2000" b="1" dirty="0"/>
              <a:t>Future Enhancements:</a:t>
            </a:r>
            <a:endParaRPr lang="en-US" sz="2000" dirty="0"/>
          </a:p>
          <a:p>
            <a:pPr marL="742950" lvl="1" indent="-285750">
              <a:buFont typeface="Arial" panose="020B0604020202020204" pitchFamily="34" charset="0"/>
              <a:buChar char="•"/>
            </a:pPr>
            <a:r>
              <a:rPr lang="en-US" sz="2000" dirty="0"/>
              <a:t>Implementing Full User Authentication (Login/Registration modules) for individualized dashboards.</a:t>
            </a:r>
          </a:p>
          <a:p>
            <a:pPr marL="742950" lvl="1" indent="-285750">
              <a:buFont typeface="Arial" panose="020B0604020202020204" pitchFamily="34" charset="0"/>
              <a:buChar char="•"/>
            </a:pPr>
            <a:r>
              <a:rPr lang="en-US" sz="2000" dirty="0"/>
              <a:t>Adding interactive data visualization charts (using Chart.js) to map temperature trends over time.</a:t>
            </a:r>
          </a:p>
          <a:p>
            <a:pPr marL="742950" lvl="1" indent="-285750">
              <a:buFont typeface="Arial" panose="020B0604020202020204" pitchFamily="34" charset="0"/>
              <a:buChar char="•"/>
            </a:pPr>
            <a:r>
              <a:rPr lang="en-US" sz="2000" dirty="0"/>
              <a:t>Setting up automated email alerts for severe weather conditions using CRON jobs.</a:t>
            </a:r>
          </a:p>
        </p:txBody>
      </p:sp>
    </p:spTree>
    <p:extLst>
      <p:ext uri="{BB962C8B-B14F-4D97-AF65-F5344CB8AC3E}">
        <p14:creationId xmlns:p14="http://schemas.microsoft.com/office/powerpoint/2010/main" val="3638145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A5CF5-9550-0A5F-F7FC-681C292FDE9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67A8B0-2B5B-DF02-88E8-0B88D23117CA}"/>
              </a:ext>
            </a:extLst>
          </p:cNvPr>
          <p:cNvSpPr txBox="1"/>
          <p:nvPr/>
        </p:nvSpPr>
        <p:spPr>
          <a:xfrm>
            <a:off x="0" y="3200400"/>
            <a:ext cx="12192000" cy="1569660"/>
          </a:xfrm>
          <a:prstGeom prst="rect">
            <a:avLst/>
          </a:prstGeom>
          <a:noFill/>
        </p:spPr>
        <p:txBody>
          <a:bodyPr wrap="square">
            <a:spAutoFit/>
          </a:bodyPr>
          <a:lstStyle/>
          <a:p>
            <a:pPr algn="ctr">
              <a:buFont typeface="Arial" panose="020B0604020202020204" pitchFamily="34" charset="0"/>
              <a:buChar char="•"/>
            </a:pPr>
            <a:r>
              <a:rPr lang="en-US" sz="2400" dirty="0"/>
              <a:t>A fully functional, enterprise-level web application.</a:t>
            </a:r>
          </a:p>
          <a:p>
            <a:pPr algn="ctr">
              <a:buFont typeface="Arial" panose="020B0604020202020204" pitchFamily="34" charset="0"/>
              <a:buChar char="•"/>
            </a:pPr>
            <a:r>
              <a:rPr lang="en-US" sz="2400" dirty="0"/>
              <a:t>Seamless integration between Frontend, Backend, and External APIs.</a:t>
            </a:r>
            <a:endParaRPr lang="ar-EG" sz="2400" dirty="0"/>
          </a:p>
          <a:p>
            <a:pPr algn="ctr">
              <a:buFont typeface="Arial" panose="020B0604020202020204" pitchFamily="34" charset="0"/>
              <a:buChar char="•"/>
            </a:pPr>
            <a:endParaRPr lang="en-US" sz="2400" dirty="0"/>
          </a:p>
          <a:p>
            <a:pPr algn="ctr">
              <a:buFont typeface="Arial" panose="020B0604020202020204" pitchFamily="34" charset="0"/>
              <a:buChar char="•"/>
            </a:pPr>
            <a:r>
              <a:rPr lang="en-US" sz="2400" b="1" dirty="0"/>
              <a:t>Ready for Live Demo!</a:t>
            </a:r>
            <a:endParaRPr lang="en-US" sz="2400" dirty="0"/>
          </a:p>
        </p:txBody>
      </p:sp>
      <p:sp>
        <p:nvSpPr>
          <p:cNvPr id="5" name="TextBox 4">
            <a:extLst>
              <a:ext uri="{FF2B5EF4-FFF2-40B4-BE49-F238E27FC236}">
                <a16:creationId xmlns:a16="http://schemas.microsoft.com/office/drawing/2014/main" id="{1DD7AC46-F18F-EBE7-7B67-9CC9748FD05B}"/>
              </a:ext>
            </a:extLst>
          </p:cNvPr>
          <p:cNvSpPr txBox="1"/>
          <p:nvPr/>
        </p:nvSpPr>
        <p:spPr>
          <a:xfrm>
            <a:off x="1398" y="0"/>
            <a:ext cx="12190602" cy="1938992"/>
          </a:xfrm>
          <a:prstGeom prst="rect">
            <a:avLst/>
          </a:prstGeom>
          <a:noFill/>
        </p:spPr>
        <p:txBody>
          <a:bodyPr wrap="square">
            <a:spAutoFit/>
          </a:bodyPr>
          <a:lstStyle/>
          <a:p>
            <a:pPr>
              <a:buFont typeface="Arial" panose="020B0604020202020204" pitchFamily="34" charset="0"/>
              <a:buChar char="•"/>
            </a:pPr>
            <a:r>
              <a:rPr lang="en-US" sz="2000" b="1" dirty="0"/>
              <a:t>System Deployment:</a:t>
            </a:r>
            <a:r>
              <a:rPr lang="en-US" sz="2000" dirty="0"/>
              <a:t> </a:t>
            </a:r>
            <a:endParaRPr lang="ar-EG" sz="2000" dirty="0"/>
          </a:p>
          <a:p>
            <a:pPr lvl="1">
              <a:buFont typeface="Arial" panose="020B0604020202020204" pitchFamily="34" charset="0"/>
              <a:buChar char="•"/>
            </a:pPr>
            <a:r>
              <a:rPr lang="en-US" sz="2000" dirty="0"/>
              <a:t>Successfully deployed via </a:t>
            </a:r>
            <a:r>
              <a:rPr lang="en-US" sz="2000" dirty="0" err="1"/>
              <a:t>InfinityFree</a:t>
            </a:r>
            <a:r>
              <a:rPr lang="en-US" sz="2000" dirty="0"/>
              <a:t> utilizing cloud-hosted MySQL and FTP file management.</a:t>
            </a:r>
            <a:endParaRPr lang="ar-EG" sz="2000" dirty="0"/>
          </a:p>
          <a:p>
            <a:pPr>
              <a:buFont typeface="Arial" panose="020B0604020202020204" pitchFamily="34" charset="0"/>
              <a:buChar char="•"/>
            </a:pPr>
            <a:endParaRPr lang="en-US" sz="2000" dirty="0"/>
          </a:p>
          <a:p>
            <a:pPr>
              <a:buFont typeface="Arial" panose="020B0604020202020204" pitchFamily="34" charset="0"/>
              <a:buChar char="•"/>
            </a:pPr>
            <a:r>
              <a:rPr lang="en-US" sz="2000" b="1" dirty="0"/>
              <a:t>Live Demonstration:</a:t>
            </a:r>
            <a:r>
              <a:rPr lang="en-US" sz="2000" dirty="0"/>
              <a:t> </a:t>
            </a:r>
            <a:endParaRPr lang="ar-EG" sz="2000" dirty="0"/>
          </a:p>
          <a:p>
            <a:pPr lvl="1">
              <a:buFont typeface="Arial" panose="020B0604020202020204" pitchFamily="34" charset="0"/>
              <a:buChar char="•"/>
            </a:pPr>
            <a:r>
              <a:rPr lang="en-US" sz="2000" dirty="0"/>
              <a:t>Let's explore the dynamic UI, the interactive Leaflet map, and the real-time database synchronization in action.</a:t>
            </a:r>
          </a:p>
        </p:txBody>
      </p:sp>
    </p:spTree>
    <p:extLst>
      <p:ext uri="{BB962C8B-B14F-4D97-AF65-F5344CB8AC3E}">
        <p14:creationId xmlns:p14="http://schemas.microsoft.com/office/powerpoint/2010/main" val="1075353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D3A6D-8103-50CA-1EFB-66FA2B2804CD}"/>
            </a:ext>
          </a:extLst>
        </p:cNvPr>
        <p:cNvGrpSpPr/>
        <p:nvPr/>
      </p:nvGrpSpPr>
      <p:grpSpPr>
        <a:xfrm>
          <a:off x="0" y="0"/>
          <a:ext cx="0" cy="0"/>
          <a:chOff x="0" y="0"/>
          <a:chExt cx="0" cy="0"/>
        </a:xfrm>
      </p:grpSpPr>
    </p:spTree>
    <p:extLst>
      <p:ext uri="{BB962C8B-B14F-4D97-AF65-F5344CB8AC3E}">
        <p14:creationId xmlns:p14="http://schemas.microsoft.com/office/powerpoint/2010/main" val="3927375855"/>
      </p:ext>
    </p:extLst>
  </p:cSld>
  <p:clrMapOvr>
    <a:masterClrMapping/>
  </p:clrMapOvr>
</p:sld>
</file>

<file path=ppt/theme/theme1.xml><?xml version="1.0" encoding="utf-8"?>
<a:theme xmlns:a="http://schemas.openxmlformats.org/drawingml/2006/main" name="Oasis">
  <a:themeElements>
    <a:clrScheme name="Oasis">
      <a:dk1>
        <a:srgbClr val="131313"/>
      </a:dk1>
      <a:lt1>
        <a:sysClr val="window" lastClr="FFFFFF"/>
      </a:lt1>
      <a:dk2>
        <a:srgbClr val="2D2A27"/>
      </a:dk2>
      <a:lt2>
        <a:srgbClr val="F0EBE6"/>
      </a:lt2>
      <a:accent1>
        <a:srgbClr val="9F7667"/>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Oasis Font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 id="{F87D57D1-6595-40EA-BD1E-F0C34D0EF910}" vid="{ECA7DBCD-4BC8-40F2-8EF4-7A6D942FA19B}"/>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DA384A2-DC2C-4578-B8CE-512657D68B3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533346F-C811-4404-B626-0E7631B21215}">
  <ds:schemaRefs>
    <ds:schemaRef ds:uri="http://schemas.microsoft.com/sharepoint/v3/contenttype/forms"/>
  </ds:schemaRefs>
</ds:datastoreItem>
</file>

<file path=customXml/itemProps3.xml><?xml version="1.0" encoding="utf-8"?>
<ds:datastoreItem xmlns:ds="http://schemas.openxmlformats.org/officeDocument/2006/customXml" ds:itemID="{E2E911A2-2017-41E4-8340-9C55208FC2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{68E77C4E-2799-4C7A-853E-912BEE970CAA}977d9fe9-4445-4c48-bc9c-1fe8e23d557c-TF7d956844-ebdd-4ca4-b538-a1bcfc9ad3f053165620_win32</Template>
  <TotalTime>41</TotalTime>
  <Words>827</Words>
  <Application>Microsoft Office PowerPoint</Application>
  <PresentationFormat>Widescreen</PresentationFormat>
  <Paragraphs>80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Courier New</vt:lpstr>
      <vt:lpstr>Neue Haas Grotesk Text Pro</vt:lpstr>
      <vt:lpstr>Oasis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Omar Ahmed</dc:creator>
  <cp:lastModifiedBy>Omar Ahmed</cp:lastModifiedBy>
  <cp:revision>1</cp:revision>
  <dcterms:created xsi:type="dcterms:W3CDTF">2026-05-12T21:31:55Z</dcterms:created>
  <dcterms:modified xsi:type="dcterms:W3CDTF">2026-05-12T22:13:21Z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